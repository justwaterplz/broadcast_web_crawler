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41633240a54ae0" /><Relationship Type="http://schemas.openxmlformats.org/officeDocument/2006/relationships/extended-properties" Target="/docProps/app.xml" Id="R13ae3950ab324e26" /><Relationship Type="http://schemas.openxmlformats.org/officeDocument/2006/relationships/officeDocument" Target="/ppt/presentation.xml" Id="R4701e6a15b1242a8" /></Relationships>
</file>

<file path=ppt/presentation.xml><?xml version="1.0" encoding="utf-8"?>
<p:presentation xmlns:p="http://schemas.openxmlformats.org/presentationml/2006/main">
  <p:sldMasterIdLst>
    <p:sldMasterId xmlns:r="http://schemas.openxmlformats.org/officeDocument/2006/relationships" id="2147483648" r:id="Rfb87c627ed0e4874"/>
  </p:sldMasterIdLst>
  <p:notesMasterIdLst>
    <p:notesMasterId xmlns:r="http://schemas.openxmlformats.org/officeDocument/2006/relationships" r:id="R1b8f6934798a4105"/>
  </p:notesMasterIdLst>
  <p:sldIdLst>
    <p:sldId xmlns:r="http://schemas.openxmlformats.org/officeDocument/2006/relationships" id="256" r:id="R8418f8e274cc4198"/>
    <p:sldId xmlns:r="http://schemas.openxmlformats.org/officeDocument/2006/relationships" id="257" r:id="R568acf61d1804091"/>
    <p:sldId xmlns:r="http://schemas.openxmlformats.org/officeDocument/2006/relationships" id="258" r:id="R153dc00ef20943d0"/>
    <p:sldId xmlns:r="http://schemas.openxmlformats.org/officeDocument/2006/relationships" id="259" r:id="R102e2212d0a74c06"/>
    <p:sldId xmlns:r="http://schemas.openxmlformats.org/officeDocument/2006/relationships" id="260" r:id="Rbfdd2a77f6154fc6"/>
    <p:sldId xmlns:r="http://schemas.openxmlformats.org/officeDocument/2006/relationships" id="261" r:id="R6a9a301b4c5f45a5"/>
    <p:sldId xmlns:r="http://schemas.openxmlformats.org/officeDocument/2006/relationships" id="262" r:id="Rdeed580733e3440e"/>
    <p:sldId xmlns:r="http://schemas.openxmlformats.org/officeDocument/2006/relationships" id="263" r:id="Rb89cc52594e04158"/>
    <p:sldId xmlns:r="http://schemas.openxmlformats.org/officeDocument/2006/relationships" id="264" r:id="Rb1d5e74fb9d94354"/>
    <p:sldId xmlns:r="http://schemas.openxmlformats.org/officeDocument/2006/relationships" id="265" r:id="R4042cab1b3224289"/>
    <p:sldId xmlns:r="http://schemas.openxmlformats.org/officeDocument/2006/relationships" id="266" r:id="R51d1dc352adf49e6"/>
    <p:sldId xmlns:r="http://schemas.openxmlformats.org/officeDocument/2006/relationships" id="267" r:id="R6100ec211fed4dab"/>
    <p:sldId xmlns:r="http://schemas.openxmlformats.org/officeDocument/2006/relationships" id="268" r:id="R77ccdf1512b34f35"/>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dbc09d4f3964c5d" /><Relationship Type="http://schemas.openxmlformats.org/officeDocument/2006/relationships/slideMaster" Target="/ppt/slideMasters/slideMaster1.xml" Id="Rfb87c627ed0e4874" /><Relationship Type="http://schemas.openxmlformats.org/officeDocument/2006/relationships/notesMaster" Target="/ppt/notesMasters/notesMaster1.xml" Id="R1b8f6934798a4105" /><Relationship Type="http://schemas.openxmlformats.org/officeDocument/2006/relationships/presProps" Target="/ppt/presProps.xml" Id="R79b476094d134229" /><Relationship Type="http://schemas.openxmlformats.org/officeDocument/2006/relationships/viewProps" Target="/ppt/viewProps.xml" Id="Rcac5fdcbf99f422f" /><Relationship Type="http://schemas.openxmlformats.org/officeDocument/2006/relationships/tableStyles" Target="/ppt/tableStyles.xml" Id="R9a7efd069a354e49" /><Relationship Type="http://schemas.openxmlformats.org/officeDocument/2006/relationships/slide" Target="/ppt/slides/slide1.xml" Id="R8418f8e274cc4198" /><Relationship Type="http://schemas.openxmlformats.org/officeDocument/2006/relationships/slide" Target="/ppt/slides/slide2.xml" Id="R568acf61d1804091" /><Relationship Type="http://schemas.openxmlformats.org/officeDocument/2006/relationships/slide" Target="/ppt/slides/slide3.xml" Id="R153dc00ef20943d0" /><Relationship Type="http://schemas.openxmlformats.org/officeDocument/2006/relationships/slide" Target="/ppt/slides/slide4.xml" Id="R102e2212d0a74c06" /><Relationship Type="http://schemas.openxmlformats.org/officeDocument/2006/relationships/slide" Target="/ppt/slides/slide5.xml" Id="Rbfdd2a77f6154fc6" /><Relationship Type="http://schemas.openxmlformats.org/officeDocument/2006/relationships/slide" Target="/ppt/slides/slide6.xml" Id="R6a9a301b4c5f45a5" /><Relationship Type="http://schemas.openxmlformats.org/officeDocument/2006/relationships/slide" Target="/ppt/slides/slide7.xml" Id="Rdeed580733e3440e" /><Relationship Type="http://schemas.openxmlformats.org/officeDocument/2006/relationships/slide" Target="/ppt/slides/slide8.xml" Id="Rb89cc52594e04158" /><Relationship Type="http://schemas.openxmlformats.org/officeDocument/2006/relationships/slide" Target="/ppt/slides/slide9.xml" Id="Rb1d5e74fb9d94354" /><Relationship Type="http://schemas.openxmlformats.org/officeDocument/2006/relationships/slide" Target="/ppt/slides/slide10.xml" Id="R4042cab1b3224289" /><Relationship Type="http://schemas.openxmlformats.org/officeDocument/2006/relationships/slide" Target="/ppt/slides/slide11.xml" Id="R51d1dc352adf49e6" /><Relationship Type="http://schemas.openxmlformats.org/officeDocument/2006/relationships/slide" Target="/ppt/slides/slide12.xml" Id="R6100ec211fed4dab" /><Relationship Type="http://schemas.openxmlformats.org/officeDocument/2006/relationships/slide" Target="/ppt/slides/slide13.xml" Id="R77ccdf1512b34f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7b2b8652b349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b53f14eaa44743" /><Relationship Type="http://schemas.openxmlformats.org/officeDocument/2006/relationships/notesMaster" Target="/ppt/notesMasters/notesMaster1.xml" Id="Reb3df49945eb48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b33a2b53d94fc7" /><Relationship Type="http://schemas.openxmlformats.org/officeDocument/2006/relationships/notesMaster" Target="/ppt/notesMasters/notesMaster1.xml" Id="R935a903869624c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369cd06dce4cef" /><Relationship Type="http://schemas.openxmlformats.org/officeDocument/2006/relationships/notesMaster" Target="/ppt/notesMasters/notesMaster1.xml" Id="R81029129b00f48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57ddce08747d6" /><Relationship Type="http://schemas.openxmlformats.org/officeDocument/2006/relationships/notesMaster" Target="/ppt/notesMasters/notesMaster1.xml" Id="R70dfd4f2cb3c47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6035638c4542ff" /><Relationship Type="http://schemas.openxmlformats.org/officeDocument/2006/relationships/notesMaster" Target="/ppt/notesMasters/notesMaster1.xml" Id="Rfb91a3a67b5e4c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6d18d5985449f6" /><Relationship Type="http://schemas.openxmlformats.org/officeDocument/2006/relationships/notesMaster" Target="/ppt/notesMasters/notesMaster1.xml" Id="R167dccc45b554b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8f4330c72a40ee" /><Relationship Type="http://schemas.openxmlformats.org/officeDocument/2006/relationships/notesMaster" Target="/ppt/notesMasters/notesMaster1.xml" Id="R1d728a60c89f4b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8a26a1186b480f" /><Relationship Type="http://schemas.openxmlformats.org/officeDocument/2006/relationships/notesMaster" Target="/ppt/notesMasters/notesMaster1.xml" Id="Rd96ef96c373045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64083edf90465f" /><Relationship Type="http://schemas.openxmlformats.org/officeDocument/2006/relationships/notesMaster" Target="/ppt/notesMasters/notesMaster1.xml" Id="Rdcd14430ee0444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492fb188e34fcd" /><Relationship Type="http://schemas.openxmlformats.org/officeDocument/2006/relationships/notesMaster" Target="/ppt/notesMasters/notesMaster1.xml" Id="Ra0dd1fbe1e9f4e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8f5eaa2c604c04" /><Relationship Type="http://schemas.openxmlformats.org/officeDocument/2006/relationships/notesMaster" Target="/ppt/notesMasters/notesMaster1.xml" Id="Rab00744d7cfb4b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03491e49fa4053" /><Relationship Type="http://schemas.openxmlformats.org/officeDocument/2006/relationships/notesMaster" Target="/ppt/notesMasters/notesMaster1.xml" Id="R2f2aabd1b5f049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b44c9e96f74d04" /><Relationship Type="http://schemas.openxmlformats.org/officeDocument/2006/relationships/notesMaster" Target="/ppt/notesMasters/notesMaster1.xml" Id="R4ed3d2b77f304d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55da1a5f5348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e77d1d0c3546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1127bec63644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7db2ec9ffd41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5b4c268ae349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7ab451714b47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7d992c5ace4cbf" /><Relationship Type="http://schemas.openxmlformats.org/officeDocument/2006/relationships/slideLayout" Target="/ppt/slideLayouts/slideLayout1.xml" Id="R0cfb6132ca10413e" /><Relationship Type="http://schemas.openxmlformats.org/officeDocument/2006/relationships/slideLayout" Target="/ppt/slideLayouts/slideLayout2.xml" Id="R8b90eb29e90d4ba4" /><Relationship Type="http://schemas.openxmlformats.org/officeDocument/2006/relationships/slideLayout" Target="/ppt/slideLayouts/slideLayout3.xml" Id="Rb2ec454afb8b404c" /><Relationship Type="http://schemas.openxmlformats.org/officeDocument/2006/relationships/slideLayout" Target="/ppt/slideLayouts/slideLayout4.xml" Id="Rbc2745c691094daf" /><Relationship Type="http://schemas.openxmlformats.org/officeDocument/2006/relationships/slideLayout" Target="/ppt/slideLayouts/slideLayout5.xml" Id="R4f8a1f5b8a9a4f52" /><Relationship Type="http://schemas.openxmlformats.org/officeDocument/2006/relationships/slideLayout" Target="/ppt/slideLayouts/slideLayout6.xml" Id="R436be370a4ce40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fb6132ca10413e"/>
    <p:sldLayoutId xmlns:r="http://schemas.openxmlformats.org/officeDocument/2006/relationships" id="2147483650" r:id="R8b90eb29e90d4ba4"/>
    <p:sldLayoutId xmlns:r="http://schemas.openxmlformats.org/officeDocument/2006/relationships" id="2147483651" r:id="Rb2ec454afb8b404c"/>
    <p:sldLayoutId xmlns:r="http://schemas.openxmlformats.org/officeDocument/2006/relationships" id="2147483652" r:id="Rbc2745c691094daf"/>
    <p:sldLayoutId xmlns:r="http://schemas.openxmlformats.org/officeDocument/2006/relationships" id="2147483653" r:id="R4f8a1f5b8a9a4f52"/>
    <p:sldLayoutId xmlns:r="http://schemas.openxmlformats.org/officeDocument/2006/relationships" id="2147483654" r:id="R436be370a4ce40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a7d11ac9d8403b" /><Relationship Type="http://schemas.openxmlformats.org/officeDocument/2006/relationships/notesSlide" Target="/ppt/notesSlides/notesSlide1.xml" Id="Rf1928f5311b643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4fcc4926634739" /><Relationship Type="http://schemas.openxmlformats.org/officeDocument/2006/relationships/notesSlide" Target="/ppt/notesSlides/notesSlide2.xml" Id="R9e21f7832c0145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eefdfb773e484d" /><Relationship Type="http://schemas.openxmlformats.org/officeDocument/2006/relationships/image" Target="/ppt/media/image.png" Id="R07baace25c4f43d3" /><Relationship Type="http://schemas.openxmlformats.org/officeDocument/2006/relationships/notesSlide" Target="/ppt/notesSlides/notesSlide3.xml" Id="R38f01ff3b6c5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a14e1cd63943ea" /><Relationship Type="http://schemas.openxmlformats.org/officeDocument/2006/relationships/image" Target="/ppt/media/image2.png" Id="R7c00bc80eb5441dd" /><Relationship Type="http://schemas.openxmlformats.org/officeDocument/2006/relationships/image" Target="/ppt/media/image3.png" Id="R0ab032306d474b30" /><Relationship Type="http://schemas.openxmlformats.org/officeDocument/2006/relationships/notesSlide" Target="/ppt/notesSlides/notesSlide4.xml" Id="R0eff9c5fd62f41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cb12dc4e56462b" /><Relationship Type="http://schemas.openxmlformats.org/officeDocument/2006/relationships/image" Target="/ppt/media/image4.png" Id="R2d58491f14e94db0" /><Relationship Type="http://schemas.openxmlformats.org/officeDocument/2006/relationships/notesSlide" Target="/ppt/notesSlides/notesSlide5.xml" Id="Re8e75b403ece4c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6e63e7144f45b1" /><Relationship Type="http://schemas.openxmlformats.org/officeDocument/2006/relationships/image" Target="/ppt/media/image5.png" Id="R6f766ccc6384479e" /><Relationship Type="http://schemas.openxmlformats.org/officeDocument/2006/relationships/notesSlide" Target="/ppt/notesSlides/notesSlide6.xml" Id="Rbe79768725764e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f93556d27644ff" /><Relationship Type="http://schemas.openxmlformats.org/officeDocument/2006/relationships/image" Target="/ppt/media/image6.png" Id="Rbfa6ae6e1cd04b47" /><Relationship Type="http://schemas.openxmlformats.org/officeDocument/2006/relationships/notesSlide" Target="/ppt/notesSlides/notesSlide7.xml" Id="R1071419a55614a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dc57aee79e468b" /><Relationship Type="http://schemas.openxmlformats.org/officeDocument/2006/relationships/image" Target="/ppt/media/image7.png" Id="Rad1ef298ca714b09" /><Relationship Type="http://schemas.openxmlformats.org/officeDocument/2006/relationships/notesSlide" Target="/ppt/notesSlides/notesSlide8.xml" Id="R1947517b58d343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b6612a11484050" /><Relationship Type="http://schemas.openxmlformats.org/officeDocument/2006/relationships/image" Target="/ppt/media/image8.png" Id="R4c7432b03f7b4c04" /><Relationship Type="http://schemas.openxmlformats.org/officeDocument/2006/relationships/image" Target="/ppt/media/image9.png" Id="R5ffbcf59f36a4cf7" /><Relationship Type="http://schemas.openxmlformats.org/officeDocument/2006/relationships/notesSlide" Target="/ppt/notesSlides/notesSlide9.xml" Id="Rd830132266eb47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59b1b78df22442b" /><Relationship Type="http://schemas.openxmlformats.org/officeDocument/2006/relationships/image" Target="/ppt/media/image10.png" Id="R02f7a34f2cb64a12" /><Relationship Type="http://schemas.openxmlformats.org/officeDocument/2006/relationships/notesSlide" Target="/ppt/notesSlides/notesSlide10.xml" Id="R12c80afebc0741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48e01bcac34596" /><Relationship Type="http://schemas.openxmlformats.org/officeDocument/2006/relationships/notesSlide" Target="/ppt/notesSlides/notesSlide11.xml" Id="R91b7e9891c054e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1becd0d9fc44a1" /><Relationship Type="http://schemas.openxmlformats.org/officeDocument/2006/relationships/image" Target="/ppt/media/image11.png" Id="Re6672a61e38a4f50" /><Relationship Type="http://schemas.openxmlformats.org/officeDocument/2006/relationships/notesSlide" Target="/ppt/notesSlides/notesSlide12.xml" Id="R32c659c70e8042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941245f2954c11" /><Relationship Type="http://schemas.openxmlformats.org/officeDocument/2006/relationships/image" Target="/ppt/media/image12.png" Id="R8e5f45e382334e4d" /><Relationship Type="http://schemas.openxmlformats.org/officeDocument/2006/relationships/image" Target="/ppt/media/image13.png" Id="R55e328131cd046ac" /><Relationship Type="http://schemas.openxmlformats.org/officeDocument/2006/relationships/notesSlide" Target="/ppt/notesSlides/notesSlide13.xml" Id="R79734dd0038d4779"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F53EC8EA-CE09-4999-BDC1-0912E5EE3312}"/>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B078D80F-3648-4F3B-A98B-A1AF99E58111}"/>
              </a:ext>
            </a:extLst>
          </p:cNvPr>
          <p:cNvPicPr>
            <a:picLocks xmlns:a="http://schemas.openxmlformats.org/drawingml/2006/main" noChangeAspect="1"/>
          </p:cNvPicPr>
          <p:nvPr/>
        </p:nvPicPr>
        <p:blipFill>
          <a:blip xmlns:r="http://schemas.openxmlformats.org/officeDocument/2006/relationships" xmlns:a="http://schemas.openxmlformats.org/drawingml/2006/main" r:embed="R07baace25c4f43d3"/>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D237D1C4-83DE-439C-9B73-EE50023DEC0A}"/>
              </a:ext>
            </a:extLst>
          </p:cNvPr>
          <p:cNvPicPr>
            <a:picLocks xmlns:a="http://schemas.openxmlformats.org/drawingml/2006/main" noChangeAspect="1"/>
          </p:cNvPicPr>
          <p:nvPr/>
        </p:nvPicPr>
        <p:blipFill>
          <a:blip xmlns:r="http://schemas.openxmlformats.org/officeDocument/2006/relationships" xmlns:a="http://schemas.openxmlformats.org/drawingml/2006/main" r:embed="R7c00bc80eb5441dd"/>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73094969-D6E4-4D81-AD71-2032C7C85FFC}"/>
              </a:ext>
            </a:extLst>
          </p:cNvPr>
          <p:cNvPicPr>
            <a:picLocks xmlns:a="http://schemas.openxmlformats.org/drawingml/2006/main" noChangeAspect="1"/>
          </p:cNvPicPr>
          <p:nvPr/>
        </p:nvPicPr>
        <p:blipFill>
          <a:blip xmlns:r="http://schemas.openxmlformats.org/officeDocument/2006/relationships" xmlns:a="http://schemas.openxmlformats.org/drawingml/2006/main" r:embed="R0ab032306d474b30"/>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6FD10600-78E7-4D38-941E-5CB602550397}"/>
              </a:ext>
            </a:extLst>
          </p:cNvPr>
          <p:cNvPicPr>
            <a:picLocks xmlns:a="http://schemas.openxmlformats.org/drawingml/2006/main" noChangeAspect="1"/>
          </p:cNvPicPr>
          <p:nvPr/>
        </p:nvPicPr>
        <p:blipFill>
          <a:blip xmlns:r="http://schemas.openxmlformats.org/officeDocument/2006/relationships" xmlns:a="http://schemas.openxmlformats.org/drawingml/2006/main" r:embed="R2d58491f14e94db0"/>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CC23D99B-2E4B-4187-B771-58785F7B4849}"/>
              </a:ext>
            </a:extLst>
          </p:cNvPr>
          <p:cNvPicPr>
            <a:picLocks xmlns:a="http://schemas.openxmlformats.org/drawingml/2006/main" noChangeAspect="1"/>
          </p:cNvPicPr>
          <p:nvPr/>
        </p:nvPicPr>
        <p:blipFill>
          <a:blip xmlns:r="http://schemas.openxmlformats.org/officeDocument/2006/relationships" xmlns:a="http://schemas.openxmlformats.org/drawingml/2006/main" r:embed="R6f766ccc6384479e"/>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925B5B0B-730A-4E23-BB7F-18962827F154}"/>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594FDCA2-6302-4F41-870A-6ADF4F228184}"/>
              </a:ext>
            </a:extLst>
          </p:cNvPr>
          <p:cNvPicPr>
            <a:picLocks xmlns:a="http://schemas.openxmlformats.org/drawingml/2006/main" noChangeAspect="1"/>
          </p:cNvPicPr>
          <p:nvPr/>
        </p:nvPicPr>
        <p:blipFill>
          <a:blip xmlns:r="http://schemas.openxmlformats.org/officeDocument/2006/relationships" xmlns:a="http://schemas.openxmlformats.org/drawingml/2006/main" r:embed="Rbfa6ae6e1cd04b47"/>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45668F42-9B12-4224-8559-B5B7B329BD9F}"/>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A9E3C167-CE84-4717-94C6-1D13E2BAC1F5}"/>
              </a:ext>
            </a:extLst>
          </p:cNvPr>
          <p:cNvPicPr>
            <a:picLocks xmlns:a="http://schemas.openxmlformats.org/drawingml/2006/main" noChangeAspect="1"/>
          </p:cNvPicPr>
          <p:nvPr/>
        </p:nvPicPr>
        <p:blipFill>
          <a:blip xmlns:r="http://schemas.openxmlformats.org/officeDocument/2006/relationships" xmlns:a="http://schemas.openxmlformats.org/drawingml/2006/main" r:embed="Rad1ef298ca714b09"/>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93B04A-1B42-48D4-9DB3-DCF7EA0D542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A9B190F1-2228-4B9D-9A1B-893D93632B5D}"/>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04005F0E-93CD-4002-B341-139813A014D9}"/>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9AE6F6C1-812A-4BDD-B8E1-D6969EEB13C1}"/>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A3A5341F-290D-43BD-9B0E-1D1686D199A1}"/>
              </a:ext>
            </a:extLst>
          </p:cNvPr>
          <p:cNvGraphicFramePr/>
          <p:nvPr/>
        </p:nvGraphicFramePr>
        <p:xfrm>
          <a:off xmlns:a="http://schemas.openxmlformats.org/drawingml/2006/main" x="3952875" y="1438275"/>
          <a:ext xmlns:a="http://schemas.openxmlformats.org/drawingml/2006/main" cx="7629525" cy="4000500"/>
        </p:xfrm>
        <a:graphic xmlns:a="http://schemas.openxmlformats.org/drawingml/2006/main">
          <a:graphicData uri="http://schemas.openxmlformats.org/drawingml/2006/table">
            <a:tbl>
              <a:tblPr/>
              <a:tblGrid>
                <a:gridCol w="1381125"/>
                <a:gridCol w="2286000"/>
                <a:gridCol w="3962400"/>
              </a:tblGrid>
              <a:tr h="5715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715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0208AE5-8722-45FC-B1DF-052F52DDD1C7}"/>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회차별 시놉시스 확보가 핵심 보완 정보</a:t>
            </a:r>
          </a:p>
        </p:txBody>
      </p:sp>
      <p:sp>
        <p:nvSpPr>
          <p:cNvPr id="9" name="">
            <a:extLst xmlns:a="http://schemas.openxmlformats.org/drawingml/2006/main">
              <a:ext uri="{FF2B5EF4-FFF2-40B4-BE49-F238E27FC236}">
                <a16:creationId xmlns:a16="http://schemas.microsoft.com/office/drawing/2014/main" id="{79918AA5-87DB-45F1-9419-656A209FA77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비교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67926379-B525-42B7-818D-60CBB5D79E2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6006101F-1043-4E5F-96E9-644C90B289D0}"/>
              </a:ext>
            </a:extLst>
          </p:cNvPr>
          <p:cNvPicPr>
            <a:picLocks xmlns:a="http://schemas.openxmlformats.org/drawingml/2006/main" noChangeAspect="1"/>
          </p:cNvPicPr>
          <p:nvPr/>
        </p:nvPicPr>
        <p:blipFill>
          <a:blip xmlns:r="http://schemas.openxmlformats.org/officeDocument/2006/relationships" xmlns:a="http://schemas.openxmlformats.org/drawingml/2006/main" r:embed="R4c7432b03f7b4c04"/>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B272E707-A297-4EFA-8720-E16101C53BFF}"/>
              </a:ext>
            </a:extLst>
          </p:cNvPr>
          <p:cNvPicPr>
            <a:picLocks xmlns:a="http://schemas.openxmlformats.org/drawingml/2006/main" noChangeAspect="1"/>
          </p:cNvPicPr>
          <p:nvPr/>
        </p:nvPicPr>
        <p:blipFill>
          <a:blip xmlns:r="http://schemas.openxmlformats.org/officeDocument/2006/relationships" xmlns:a="http://schemas.openxmlformats.org/drawingml/2006/main" r:embed="R5ffbcf59f36a4cf7"/>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그림 1">
            <a:extLst xmlns:a="http://schemas.openxmlformats.org/drawingml/2006/main">
              <a:ext uri="{FF2B5EF4-FFF2-40B4-BE49-F238E27FC236}">
                <a16:creationId xmlns:a16="http://schemas.microsoft.com/office/drawing/2014/main" id="{F8266298-F318-4964-AEC3-C51D574DCF9E}"/>
              </a:ext>
            </a:extLst>
          </p:cNvPr>
          <p:cNvPicPr>
            <a:picLocks xmlns:a="http://schemas.openxmlformats.org/drawingml/2006/main" noChangeAspect="1"/>
          </p:cNvPicPr>
          <p:nvPr/>
        </p:nvPicPr>
        <p:blipFill>
          <a:blip xmlns:r="http://schemas.openxmlformats.org/officeDocument/2006/relationships" xmlns:a="http://schemas.openxmlformats.org/drawingml/2006/main" r:embed="R02f7a34f2cb64a12"/>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표 3">
            <a:extLst xmlns:a="http://schemas.openxmlformats.org/drawingml/2006/main">
              <a:ext uri="{FF2B5EF4-FFF2-40B4-BE49-F238E27FC236}">
                <a16:creationId xmlns:a16="http://schemas.microsoft.com/office/drawing/2014/main" id="{4813209D-4A24-4050-A471-097321655311}"/>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직사각형 4">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직사각형 5">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직사각형 6">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직사각형 1">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표 2">
            <a:extLst xmlns:a="http://schemas.openxmlformats.org/drawingml/2006/main">
              <a:ext uri="{FF2B5EF4-FFF2-40B4-BE49-F238E27FC236}">
                <a16:creationId xmlns:a16="http://schemas.microsoft.com/office/drawing/2014/main" id="{B86992C5-DC1E-468E-9E9D-8DC5EC9D023E}"/>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직사각형 4">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직사각형 5">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직사각형 6">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직사각형 7">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CD931DE9-C733-43C1-A3FA-466F12DDADC2}"/>
              </a:ext>
            </a:extLst>
          </p:cNvPr>
          <p:cNvPicPr>
            <a:picLocks xmlns:a="http://schemas.openxmlformats.org/drawingml/2006/main" noChangeAspect="1"/>
          </p:cNvPicPr>
          <p:nvPr/>
        </p:nvPicPr>
        <p:blipFill>
          <a:blip xmlns:r="http://schemas.openxmlformats.org/officeDocument/2006/relationships" xmlns:a="http://schemas.openxmlformats.org/drawingml/2006/main" r:embed="Re6672a61e38a4f50"/>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77AEB19D-F70B-470B-A201-B7B33E54F181}"/>
              </a:ext>
            </a:extLst>
          </p:cNvPr>
          <p:cNvPicPr>
            <a:picLocks xmlns:a="http://schemas.openxmlformats.org/drawingml/2006/main" noChangeAspect="1"/>
          </p:cNvPicPr>
          <p:nvPr/>
        </p:nvPicPr>
        <p:blipFill>
          <a:blip xmlns:r="http://schemas.openxmlformats.org/officeDocument/2006/relationships" xmlns:a="http://schemas.openxmlformats.org/drawingml/2006/main" r:embed="R8e5f45e382334e4d"/>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45DEBFAA-8DDD-4C3A-8954-22337D32A47B}"/>
              </a:ext>
            </a:extLst>
          </p:cNvPr>
          <p:cNvPicPr>
            <a:picLocks xmlns:a="http://schemas.openxmlformats.org/drawingml/2006/main" noChangeAspect="1"/>
          </p:cNvPicPr>
          <p:nvPr/>
        </p:nvPicPr>
        <p:blipFill>
          <a:blip xmlns:r="http://schemas.openxmlformats.org/officeDocument/2006/relationships" xmlns:a="http://schemas.openxmlformats.org/drawingml/2006/main" r:embed="R55e328131cd046ac"/>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2026-10-12T01:42:14.2280000Z</dcterms:created>
  <dcterms:modified xsi:type="dcterms:W3CDTF">2026-10-12T01:42:14.2280000Z</dcterms:modified>
</coreProperties>
</file>