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c11e4ffe544f83" /><Relationship Type="http://schemas.openxmlformats.org/officeDocument/2006/relationships/extended-properties" Target="/docProps/app.xml" Id="R03625b0bdfef4cde" /><Relationship Type="http://schemas.openxmlformats.org/officeDocument/2006/relationships/officeDocument" Target="/ppt/presentation.xml" Id="R3dc497ee9d374668" /></Relationships>
</file>

<file path=ppt/presentation.xml><?xml version="1.0" encoding="utf-8"?>
<p:presentation xmlns:p="http://schemas.openxmlformats.org/presentationml/2006/main">
  <p:sldMasterIdLst>
    <p:sldMasterId xmlns:r="http://schemas.openxmlformats.org/officeDocument/2006/relationships" id="2147483648" r:id="Rd911f3154d6d40e3"/>
  </p:sldMasterIdLst>
  <p:notesMasterIdLst>
    <p:notesMasterId xmlns:r="http://schemas.openxmlformats.org/officeDocument/2006/relationships" r:id="R2252a4e72c1b4e10"/>
  </p:notesMasterIdLst>
  <p:sldIdLst>
    <p:sldId xmlns:r="http://schemas.openxmlformats.org/officeDocument/2006/relationships" id="256" r:id="R8f56803593034f8a"/>
    <p:sldId xmlns:r="http://schemas.openxmlformats.org/officeDocument/2006/relationships" id="257" r:id="R9098317a8b2f4367"/>
    <p:sldId xmlns:r="http://schemas.openxmlformats.org/officeDocument/2006/relationships" id="258" r:id="R591978c92f544574"/>
    <p:sldId xmlns:r="http://schemas.openxmlformats.org/officeDocument/2006/relationships" id="259" r:id="R71c7741643ab4459"/>
    <p:sldId xmlns:r="http://schemas.openxmlformats.org/officeDocument/2006/relationships" id="260" r:id="Rf990ac1a5feb41b9"/>
    <p:sldId xmlns:r="http://schemas.openxmlformats.org/officeDocument/2006/relationships" id="261" r:id="R7c50321253d543c2"/>
    <p:sldId xmlns:r="http://schemas.openxmlformats.org/officeDocument/2006/relationships" id="262" r:id="Rd5453500eafc4d20"/>
    <p:sldId xmlns:r="http://schemas.openxmlformats.org/officeDocument/2006/relationships" id="263" r:id="R70d92c083de04b79"/>
    <p:sldId xmlns:r="http://schemas.openxmlformats.org/officeDocument/2006/relationships" id="264" r:id="R6e692e5974f346db"/>
    <p:sldId xmlns:r="http://schemas.openxmlformats.org/officeDocument/2006/relationships" id="265" r:id="Re4e44f3df0094c96"/>
    <p:sldId xmlns:r="http://schemas.openxmlformats.org/officeDocument/2006/relationships" id="266" r:id="R2b435b6380324280"/>
    <p:sldId xmlns:r="http://schemas.openxmlformats.org/officeDocument/2006/relationships" id="267" r:id="R60837c9819124163"/>
    <p:sldId xmlns:r="http://schemas.openxmlformats.org/officeDocument/2006/relationships" id="268" r:id="R34859f388797481e"/>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69da4feb88e24928" /><Relationship Type="http://schemas.openxmlformats.org/officeDocument/2006/relationships/slideMaster" Target="/ppt/slideMasters/slideMaster1.xml" Id="Rd911f3154d6d40e3" /><Relationship Type="http://schemas.openxmlformats.org/officeDocument/2006/relationships/notesMaster" Target="/ppt/notesMasters/notesMaster1.xml" Id="R2252a4e72c1b4e10" /><Relationship Type="http://schemas.openxmlformats.org/officeDocument/2006/relationships/presProps" Target="/ppt/presProps.xml" Id="R0b9a9a8c030b4f3e" /><Relationship Type="http://schemas.openxmlformats.org/officeDocument/2006/relationships/viewProps" Target="/ppt/viewProps.xml" Id="R7e6d657f457e4f3d" /><Relationship Type="http://schemas.openxmlformats.org/officeDocument/2006/relationships/tableStyles" Target="/ppt/tableStyles.xml" Id="Rc08450065c034ab4" /><Relationship Type="http://schemas.openxmlformats.org/officeDocument/2006/relationships/slide" Target="/ppt/slides/slide1.xml" Id="R8f56803593034f8a" /><Relationship Type="http://schemas.openxmlformats.org/officeDocument/2006/relationships/slide" Target="/ppt/slides/slide2.xml" Id="R9098317a8b2f4367" /><Relationship Type="http://schemas.openxmlformats.org/officeDocument/2006/relationships/slide" Target="/ppt/slides/slide3.xml" Id="R591978c92f544574" /><Relationship Type="http://schemas.openxmlformats.org/officeDocument/2006/relationships/slide" Target="/ppt/slides/slide4.xml" Id="R71c7741643ab4459" /><Relationship Type="http://schemas.openxmlformats.org/officeDocument/2006/relationships/slide" Target="/ppt/slides/slide5.xml" Id="Rf990ac1a5feb41b9" /><Relationship Type="http://schemas.openxmlformats.org/officeDocument/2006/relationships/slide" Target="/ppt/slides/slide6.xml" Id="R7c50321253d543c2" /><Relationship Type="http://schemas.openxmlformats.org/officeDocument/2006/relationships/slide" Target="/ppt/slides/slide7.xml" Id="Rd5453500eafc4d20" /><Relationship Type="http://schemas.openxmlformats.org/officeDocument/2006/relationships/slide" Target="/ppt/slides/slide8.xml" Id="R70d92c083de04b79" /><Relationship Type="http://schemas.openxmlformats.org/officeDocument/2006/relationships/slide" Target="/ppt/slides/slide9.xml" Id="R6e692e5974f346db" /><Relationship Type="http://schemas.openxmlformats.org/officeDocument/2006/relationships/slide" Target="/ppt/slides/slide10.xml" Id="Re4e44f3df0094c96" /><Relationship Type="http://schemas.openxmlformats.org/officeDocument/2006/relationships/slide" Target="/ppt/slides/slide11.xml" Id="R2b435b6380324280" /><Relationship Type="http://schemas.openxmlformats.org/officeDocument/2006/relationships/slide" Target="/ppt/slides/slide12.xml" Id="R60837c9819124163" /><Relationship Type="http://schemas.openxmlformats.org/officeDocument/2006/relationships/slide" Target="/ppt/slides/slide13.xml" Id="R34859f388797481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676600f28345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6916023cd95434b" /><Relationship Type="http://schemas.openxmlformats.org/officeDocument/2006/relationships/notesMaster" Target="/ppt/notesMasters/notesMaster1.xml" Id="R408857ec16884a5d"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3f628c15874cee" /><Relationship Type="http://schemas.openxmlformats.org/officeDocument/2006/relationships/notesMaster" Target="/ppt/notesMasters/notesMaster1.xml" Id="R655208b6dff64a88"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6b94c8789746de" /><Relationship Type="http://schemas.openxmlformats.org/officeDocument/2006/relationships/notesMaster" Target="/ppt/notesMasters/notesMaster1.xml" Id="R3e4c5410dc5546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3339f771e084fec" /><Relationship Type="http://schemas.openxmlformats.org/officeDocument/2006/relationships/notesMaster" Target="/ppt/notesMasters/notesMaster1.xml" Id="Rf9c7fb19de6e48fc" /></Relationships>
</file>

<file path=ppt/notesSlides/_rels/notesSlide5.xml.rels>&#65279;<?xml version="1.0" encoding="utf-8"?><Relationships xmlns="http://schemas.openxmlformats.org/package/2006/relationships"><Relationship Type="http://schemas.openxmlformats.org/officeDocument/2006/relationships/slide" Target="/ppt/slides/slide5.xml" Id="R5a8f6e0b53144ccd" /><Relationship Type="http://schemas.openxmlformats.org/officeDocument/2006/relationships/notesMaster" Target="/ppt/notesMasters/notesMaster1.xml" Id="R1c04360d213a45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fea591403b4ee0" /><Relationship Type="http://schemas.openxmlformats.org/officeDocument/2006/relationships/notesMaster" Target="/ppt/notesMasters/notesMaster1.xml" Id="Rdae1e0fd18714e8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268a89290ae431b" /><Relationship Type="http://schemas.openxmlformats.org/officeDocument/2006/relationships/notesMaster" Target="/ppt/notesMasters/notesMaster1.xml" Id="Rf3ad6437c3894f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23a5b4c69b54b86" /><Relationship Type="http://schemas.openxmlformats.org/officeDocument/2006/relationships/notesMaster" Target="/ppt/notesMasters/notesMaster1.xml" Id="Rb47ce2f06a624f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8c78c0dfe5a74f41" /><Relationship Type="http://schemas.openxmlformats.org/officeDocument/2006/relationships/notesMaster" Target="/ppt/notesMasters/notesMaster1.xml" Id="R1bd77f5becc6465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e866d422f5c4a74" /><Relationship Type="http://schemas.openxmlformats.org/officeDocument/2006/relationships/notesMaster" Target="/ppt/notesMasters/notesMaster1.xml" Id="R914cac8a58024b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5f988226a8f4a5a" /><Relationship Type="http://schemas.openxmlformats.org/officeDocument/2006/relationships/notesMaster" Target="/ppt/notesMasters/notesMaster1.xml" Id="R9dcde6bd6837477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237c3d255164069" /><Relationship Type="http://schemas.openxmlformats.org/officeDocument/2006/relationships/notesMaster" Target="/ppt/notesMasters/notesMaster1.xml" Id="R7d550f83f1e14d9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238d43f64c74300" /><Relationship Type="http://schemas.openxmlformats.org/officeDocument/2006/relationships/notesMaster" Target="/ppt/notesMasters/notesMaster1.xml" Id="R2173f0ce5c1648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651eca9496405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9f4b5a61b844c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4c9af4075b946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ceb97d06d84aa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b6c913e4d8450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ac72a2da149461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1d1b594bd62494a" /><Relationship Type="http://schemas.openxmlformats.org/officeDocument/2006/relationships/slideLayout" Target="/ppt/slideLayouts/slideLayout1.xml" Id="Rac306a0bb95b4f33" /><Relationship Type="http://schemas.openxmlformats.org/officeDocument/2006/relationships/slideLayout" Target="/ppt/slideLayouts/slideLayout2.xml" Id="R952ecf30c4134b01" /><Relationship Type="http://schemas.openxmlformats.org/officeDocument/2006/relationships/slideLayout" Target="/ppt/slideLayouts/slideLayout3.xml" Id="Rf0ea5eb335124dea" /><Relationship Type="http://schemas.openxmlformats.org/officeDocument/2006/relationships/slideLayout" Target="/ppt/slideLayouts/slideLayout4.xml" Id="Re42637c62f914b6c" /><Relationship Type="http://schemas.openxmlformats.org/officeDocument/2006/relationships/slideLayout" Target="/ppt/slideLayouts/slideLayout5.xml" Id="Rc6a05d72f0714de3" /><Relationship Type="http://schemas.openxmlformats.org/officeDocument/2006/relationships/slideLayout" Target="/ppt/slideLayouts/slideLayout6.xml" Id="Rb626807d08ce44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306a0bb95b4f33"/>
    <p:sldLayoutId xmlns:r="http://schemas.openxmlformats.org/officeDocument/2006/relationships" id="2147483650" r:id="R952ecf30c4134b01"/>
    <p:sldLayoutId xmlns:r="http://schemas.openxmlformats.org/officeDocument/2006/relationships" id="2147483651" r:id="Rf0ea5eb335124dea"/>
    <p:sldLayoutId xmlns:r="http://schemas.openxmlformats.org/officeDocument/2006/relationships" id="2147483652" r:id="Re42637c62f914b6c"/>
    <p:sldLayoutId xmlns:r="http://schemas.openxmlformats.org/officeDocument/2006/relationships" id="2147483653" r:id="Rc6a05d72f0714de3"/>
    <p:sldLayoutId xmlns:r="http://schemas.openxmlformats.org/officeDocument/2006/relationships" id="2147483654" r:id="Rb626807d08ce44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c4e4a29de44a8d" /><Relationship Type="http://schemas.openxmlformats.org/officeDocument/2006/relationships/notesSlide" Target="/ppt/notesSlides/notesSlide1.xml" Id="R5f9ecc9402bf4d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df56590fef44bdc" /><Relationship Type="http://schemas.openxmlformats.org/officeDocument/2006/relationships/notesSlide" Target="/ppt/notesSlides/notesSlide2.xml" Id="R03b7aa30fee04e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0efcfe82ca4b9a" /><Relationship Type="http://schemas.openxmlformats.org/officeDocument/2006/relationships/image" Target="/ppt/media/image.png" Id="R69a2d9e5546b4f1f" /><Relationship Type="http://schemas.openxmlformats.org/officeDocument/2006/relationships/notesSlide" Target="/ppt/notesSlides/notesSlide3.xml" Id="R29f9e51b895940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72cfcd3cea4414" /><Relationship Type="http://schemas.openxmlformats.org/officeDocument/2006/relationships/image" Target="/ppt/media/image2.png" Id="R0e3d69d5117548ce" /><Relationship Type="http://schemas.openxmlformats.org/officeDocument/2006/relationships/image" Target="/ppt/media/image3.png" Id="R1212a3d2e26d4a5f" /><Relationship Type="http://schemas.openxmlformats.org/officeDocument/2006/relationships/notesSlide" Target="/ppt/notesSlides/notesSlide4.xml" Id="R90ffe39fba08469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a422ed8a3149c6" /><Relationship Type="http://schemas.openxmlformats.org/officeDocument/2006/relationships/image" Target="/ppt/media/image4.png" Id="R0332988e8cd84636" /><Relationship Type="http://schemas.openxmlformats.org/officeDocument/2006/relationships/notesSlide" Target="/ppt/notesSlides/notesSlide5.xml" Id="R06c01103d1df43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4c79302f1ea4d0d" /><Relationship Type="http://schemas.openxmlformats.org/officeDocument/2006/relationships/image" Target="/ppt/media/image5.png" Id="Rfd1f9f63fc2c42c0" /><Relationship Type="http://schemas.openxmlformats.org/officeDocument/2006/relationships/notesSlide" Target="/ppt/notesSlides/notesSlide6.xml" Id="R4b85a16800134f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fcc027a803e403f" /><Relationship Type="http://schemas.openxmlformats.org/officeDocument/2006/relationships/image" Target="/ppt/media/image6.png" Id="R11ae1140dac94da1" /><Relationship Type="http://schemas.openxmlformats.org/officeDocument/2006/relationships/notesSlide" Target="/ppt/notesSlides/notesSlide7.xml" Id="R9c159fc8ebae4b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153286a19f54c83" /><Relationship Type="http://schemas.openxmlformats.org/officeDocument/2006/relationships/image" Target="/ppt/media/image7.png" Id="Rc83a56a3dc564bf5" /><Relationship Type="http://schemas.openxmlformats.org/officeDocument/2006/relationships/notesSlide" Target="/ppt/notesSlides/notesSlide8.xml" Id="R462548768ef645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88207cca15a4051" /><Relationship Type="http://schemas.openxmlformats.org/officeDocument/2006/relationships/image" Target="/ppt/media/image8.png" Id="Rc991fe5bd00e4e52" /><Relationship Type="http://schemas.openxmlformats.org/officeDocument/2006/relationships/image" Target="/ppt/media/image9.png" Id="R5b4068c646a1417d" /><Relationship Type="http://schemas.openxmlformats.org/officeDocument/2006/relationships/notesSlide" Target="/ppt/notesSlides/notesSlide9.xml" Id="R3b6b7d221d974f9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b02d5dbf4544971" /><Relationship Type="http://schemas.openxmlformats.org/officeDocument/2006/relationships/image" Target="/ppt/media/image10.png" Id="Re5cd427c5daa41a6" /><Relationship Type="http://schemas.openxmlformats.org/officeDocument/2006/relationships/notesSlide" Target="/ppt/notesSlides/notesSlide10.xml" Id="R0b14f783fce3448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d827ccd85f748cf" /><Relationship Type="http://schemas.openxmlformats.org/officeDocument/2006/relationships/notesSlide" Target="/ppt/notesSlides/notesSlide11.xml" Id="R1041702ef1174c6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47beef1eca4373" /><Relationship Type="http://schemas.openxmlformats.org/officeDocument/2006/relationships/image" Target="/ppt/media/image11.png" Id="R1eca9d4410514bc7" /><Relationship Type="http://schemas.openxmlformats.org/officeDocument/2006/relationships/notesSlide" Target="/ppt/notesSlides/notesSlide12.xml" Id="R02b8815b5b0342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0857fb27cd2476f" /><Relationship Type="http://schemas.openxmlformats.org/officeDocument/2006/relationships/image" Target="/ppt/media/image12.png" Id="R09aa3fd7e51e46f6" /><Relationship Type="http://schemas.openxmlformats.org/officeDocument/2006/relationships/image" Target="/ppt/media/image13.png" Id="R7180b7886b9d4ad0" /><Relationship Type="http://schemas.openxmlformats.org/officeDocument/2006/relationships/notesSlide" Target="/ppt/notesSlides/notesSlide13.xml" Id="Ree7920e2041f4b74"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CDF053D5-6EE0-4F7B-BB4C-830B1414CB63}"/>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BB1AACDC-3D9B-4680-AE0A-DF1A9C8C7CF5}"/>
              </a:ext>
            </a:extLst>
          </p:cNvPr>
          <p:cNvPicPr>
            <a:picLocks xmlns:a="http://schemas.openxmlformats.org/drawingml/2006/main" noChangeAspect="1"/>
          </p:cNvPicPr>
          <p:nvPr/>
        </p:nvPicPr>
        <p:blipFill>
          <a:blip xmlns:r="http://schemas.openxmlformats.org/officeDocument/2006/relationships" xmlns:a="http://schemas.openxmlformats.org/drawingml/2006/main" r:embed="R69a2d9e5546b4f1f"/>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F114F0A8-B4D1-45EA-937E-2BE842B145D8}"/>
              </a:ext>
            </a:extLst>
          </p:cNvPr>
          <p:cNvPicPr>
            <a:picLocks xmlns:a="http://schemas.openxmlformats.org/drawingml/2006/main" noChangeAspect="1"/>
          </p:cNvPicPr>
          <p:nvPr/>
        </p:nvPicPr>
        <p:blipFill>
          <a:blip xmlns:r="http://schemas.openxmlformats.org/officeDocument/2006/relationships" xmlns:a="http://schemas.openxmlformats.org/drawingml/2006/main" r:embed="R0e3d69d5117548ce"/>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091970D6-B4B7-4617-8E9F-4AB6821F7CDF}"/>
              </a:ext>
            </a:extLst>
          </p:cNvPr>
          <p:cNvPicPr>
            <a:picLocks xmlns:a="http://schemas.openxmlformats.org/drawingml/2006/main" noChangeAspect="1"/>
          </p:cNvPicPr>
          <p:nvPr/>
        </p:nvPicPr>
        <p:blipFill>
          <a:blip xmlns:r="http://schemas.openxmlformats.org/officeDocument/2006/relationships" xmlns:a="http://schemas.openxmlformats.org/drawingml/2006/main" r:embed="R1212a3d2e26d4a5f"/>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5467FE4E-BFC8-4B2F-BD52-52047F689839}"/>
              </a:ext>
            </a:extLst>
          </p:cNvPr>
          <p:cNvPicPr>
            <a:picLocks xmlns:a="http://schemas.openxmlformats.org/drawingml/2006/main" noChangeAspect="1"/>
          </p:cNvPicPr>
          <p:nvPr/>
        </p:nvPicPr>
        <p:blipFill>
          <a:blip xmlns:r="http://schemas.openxmlformats.org/officeDocument/2006/relationships" xmlns:a="http://schemas.openxmlformats.org/drawingml/2006/main" r:embed="R0332988e8cd84636"/>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5850759B-CA46-464D-A45E-431A71C2DA5B}"/>
              </a:ext>
            </a:extLst>
          </p:cNvPr>
          <p:cNvPicPr>
            <a:picLocks xmlns:a="http://schemas.openxmlformats.org/drawingml/2006/main" noChangeAspect="1"/>
          </p:cNvPicPr>
          <p:nvPr/>
        </p:nvPicPr>
        <p:blipFill>
          <a:blip xmlns:r="http://schemas.openxmlformats.org/officeDocument/2006/relationships" xmlns:a="http://schemas.openxmlformats.org/drawingml/2006/main" r:embed="Rfd1f9f63fc2c42c0"/>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2D45E1B7-FAD7-4C7F-941D-B7B470C0FEC1}"/>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1C1335FE-F295-4372-BDC7-CC13F64E2A1C}"/>
              </a:ext>
            </a:extLst>
          </p:cNvPr>
          <p:cNvPicPr>
            <a:picLocks xmlns:a="http://schemas.openxmlformats.org/drawingml/2006/main" noChangeAspect="1"/>
          </p:cNvPicPr>
          <p:nvPr/>
        </p:nvPicPr>
        <p:blipFill>
          <a:blip xmlns:r="http://schemas.openxmlformats.org/officeDocument/2006/relationships" xmlns:a="http://schemas.openxmlformats.org/drawingml/2006/main" r:embed="R11ae1140dac94da1"/>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173FB8CB-BF2C-4E97-BBBF-F4D417CD1627}"/>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17E87E19-461C-4B7C-9A82-C45950AF5B08}"/>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7E41A1F7-4074-4844-BAD4-D6CB79084E7A}"/>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제작진·출연진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F64574C-57C1-444F-A3E3-EEFE083A752D}"/>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83F6E3D9-47EC-40F0-99BD-D15C17C4F7D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1752C6DF-6B1E-40FE-AA34-C35963D993B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701F7316-6CCF-4245-A0A5-BE2D76C5BA9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그림 1">
            <a:extLst xmlns:a="http://schemas.openxmlformats.org/drawingml/2006/main">
              <a:ext uri="{FF2B5EF4-FFF2-40B4-BE49-F238E27FC236}">
                <a16:creationId xmlns:a16="http://schemas.microsoft.com/office/drawing/2014/main" id="{B92A0572-6CDB-481F-9581-FAB5A6C3CCE5}"/>
              </a:ext>
            </a:extLst>
          </p:cNvPr>
          <p:cNvPicPr>
            <a:picLocks xmlns:a="http://schemas.openxmlformats.org/drawingml/2006/main" noChangeAspect="1"/>
          </p:cNvPicPr>
          <p:nvPr/>
        </p:nvPicPr>
        <p:blipFill>
          <a:blip xmlns:r="http://schemas.openxmlformats.org/officeDocument/2006/relationships" xmlns:a="http://schemas.openxmlformats.org/drawingml/2006/main" r:embed="Rc83a56a3dc564bf5"/>
          <a:stretch xmlns:a="http://schemas.openxmlformats.org/drawingml/2006/main"/>
        </p:blipFill>
        <p:spPr>
          <a:xfrm xmlns:a="http://schemas.openxmlformats.org/drawingml/2006/main">
            <a:off x="2536785" y="1438275"/>
            <a:ext cx="7118430" cy="274320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B1AF6185-ECCC-444C-B4BA-E0BC2763F689}"/>
              </a:ext>
            </a:extLst>
          </p:cNvPr>
          <p:cNvSpPr>
            <a:spLocks xmlns:a="http://schemas.openxmlformats.org/drawingml/2006/main" noGrp="1"/>
          </p:cNvSpPr>
          <p:nvPr/>
        </p:nvSpPr>
        <p:spPr>
          <a:xfrm xmlns:a="http://schemas.openxmlformats.org/drawingml/2006/main">
            <a:off x="609600" y="4429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직사각형 3">
            <a:extLst xmlns:a="http://schemas.openxmlformats.org/drawingml/2006/main">
              <a:ext uri="{FF2B5EF4-FFF2-40B4-BE49-F238E27FC236}">
                <a16:creationId xmlns:a16="http://schemas.microsoft.com/office/drawing/2014/main" id="{2E6C1581-00F7-477C-A706-8774560E1B29}"/>
              </a:ext>
            </a:extLst>
          </p:cNvPr>
          <p:cNvSpPr>
            <a:spLocks xmlns:a="http://schemas.openxmlformats.org/drawingml/2006/main" noGrp="1"/>
          </p:cNvSpPr>
          <p:nvPr/>
        </p:nvSpPr>
        <p:spPr>
          <a:xfrm xmlns:a="http://schemas.openxmlformats.org/drawingml/2006/main">
            <a:off x="609600" y="50387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03044"/>
                </a:solidFill>
                <a:latin typeface="Malgun Gothic"/>
                <a:ea typeface="Malgun Gothic"/>
                <a:cs typeface="Malgun Gothic"/>
              </a:defRPr>
            </a:defPPr>
          </a:lstStyle>
          <a:p xmlns:a="http://schemas.openxmlformats.org/drawingml/2006/main">
            <a:pPr>
              <a:buNone/>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직사각형 4">
            <a:extLst xmlns:a="http://schemas.openxmlformats.org/drawingml/2006/main">
              <a:ext uri="{FF2B5EF4-FFF2-40B4-BE49-F238E27FC236}">
                <a16:creationId xmlns:a16="http://schemas.microsoft.com/office/drawing/2014/main" id="{B26A3CE6-AE48-4C39-BB26-30110AF4DA6C}"/>
              </a:ext>
            </a:extLst>
          </p:cNvPr>
          <p:cNvSpPr>
            <a:spLocks xmlns:a="http://schemas.openxmlformats.org/drawingml/2006/main" noGrp="1"/>
          </p:cNvSpPr>
          <p:nvPr/>
        </p:nvSpPr>
        <p:spPr>
          <a:xfrm xmlns:a="http://schemas.openxmlformats.org/drawingml/2006/main">
            <a:off x="2809875" y="5038725"/>
            <a:ext cx="877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직사각형 5">
            <a:extLst xmlns:a="http://schemas.openxmlformats.org/drawingml/2006/main">
              <a:ext uri="{FF2B5EF4-FFF2-40B4-BE49-F238E27FC236}">
                <a16:creationId xmlns:a16="http://schemas.microsoft.com/office/drawing/2014/main" id="{3A8A5C1B-EFED-4715-B88D-B58A174D4C62}"/>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직사각형 6">
            <a:extLst xmlns:a="http://schemas.openxmlformats.org/drawingml/2006/main">
              <a:ext uri="{FF2B5EF4-FFF2-40B4-BE49-F238E27FC236}">
                <a16:creationId xmlns:a16="http://schemas.microsoft.com/office/drawing/2014/main" id="{6C15AA52-B143-418B-944E-41FB9E677477}"/>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F4687FCC-E983-4E38-983D-4612CCA1DE01}"/>
              </a:ext>
            </a:extLst>
          </p:cNvPr>
          <p:cNvPicPr>
            <a:picLocks xmlns:a="http://schemas.openxmlformats.org/drawingml/2006/main" noChangeAspect="1"/>
          </p:cNvPicPr>
          <p:nvPr/>
        </p:nvPicPr>
        <p:blipFill>
          <a:blip xmlns:r="http://schemas.openxmlformats.org/officeDocument/2006/relationships" xmlns:a="http://schemas.openxmlformats.org/drawingml/2006/main" r:embed="Rc991fe5bd00e4e52"/>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41EC7B5A-82D9-4605-8A40-06B5397E2315}"/>
              </a:ext>
            </a:extLst>
          </p:cNvPr>
          <p:cNvPicPr>
            <a:picLocks xmlns:a="http://schemas.openxmlformats.org/drawingml/2006/main" noChangeAspect="1"/>
          </p:cNvPicPr>
          <p:nvPr/>
        </p:nvPicPr>
        <p:blipFill>
          <a:blip xmlns:r="http://schemas.openxmlformats.org/officeDocument/2006/relationships" xmlns:a="http://schemas.openxmlformats.org/drawingml/2006/main" r:embed="R5b4068c646a1417d"/>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4313242E-7B5A-42A8-8155-7D8CB79FB8F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그림 1">
            <a:extLst xmlns:a="http://schemas.openxmlformats.org/drawingml/2006/main">
              <a:ext uri="{FF2B5EF4-FFF2-40B4-BE49-F238E27FC236}">
                <a16:creationId xmlns:a16="http://schemas.microsoft.com/office/drawing/2014/main" id="{C867F188-9BBA-4348-9D9E-E69BFE73F674}"/>
              </a:ext>
            </a:extLst>
          </p:cNvPr>
          <p:cNvPicPr>
            <a:picLocks xmlns:a="http://schemas.openxmlformats.org/drawingml/2006/main" noChangeAspect="1"/>
          </p:cNvPicPr>
          <p:nvPr/>
        </p:nvPicPr>
        <p:blipFill>
          <a:blip xmlns:r="http://schemas.openxmlformats.org/officeDocument/2006/relationships" xmlns:a="http://schemas.openxmlformats.org/drawingml/2006/main" r:embed="Re5cd427c5daa41a6"/>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70AB690E-6EAD-43DA-9165-74C1A4B30088}"/>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표 3">
            <a:extLst xmlns:a="http://schemas.openxmlformats.org/drawingml/2006/main">
              <a:ext uri="{FF2B5EF4-FFF2-40B4-BE49-F238E27FC236}">
                <a16:creationId xmlns:a16="http://schemas.microsoft.com/office/drawing/2014/main" id="{EC63D26B-821B-4A5E-9D46-2EA2A33BE97B}"/>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직사각형 4">
            <a:extLst xmlns:a="http://schemas.openxmlformats.org/drawingml/2006/main">
              <a:ext uri="{FF2B5EF4-FFF2-40B4-BE49-F238E27FC236}">
                <a16:creationId xmlns:a16="http://schemas.microsoft.com/office/drawing/2014/main" id="{3E13A2CC-7E82-4A73-A87E-7A3796F32870}"/>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직사각형 5">
            <a:extLst xmlns:a="http://schemas.openxmlformats.org/drawingml/2006/main">
              <a:ext uri="{FF2B5EF4-FFF2-40B4-BE49-F238E27FC236}">
                <a16:creationId xmlns:a16="http://schemas.microsoft.com/office/drawing/2014/main" id="{B342C951-10EE-4AA5-8B46-9F962ED11E1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직사각형 6">
            <a:extLst xmlns:a="http://schemas.openxmlformats.org/drawingml/2006/main">
              <a:ext uri="{FF2B5EF4-FFF2-40B4-BE49-F238E27FC236}">
                <a16:creationId xmlns:a16="http://schemas.microsoft.com/office/drawing/2014/main" id="{47B06EF3-B3E3-4DDB-B86D-3708E26B5F1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7789C277-8624-4A67-AF91-4D7394DFB8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직사각형 1">
            <a:extLst xmlns:a="http://schemas.openxmlformats.org/drawingml/2006/main">
              <a:ext uri="{FF2B5EF4-FFF2-40B4-BE49-F238E27FC236}">
                <a16:creationId xmlns:a16="http://schemas.microsoft.com/office/drawing/2014/main" id="{43B8A208-DE56-4E39-9995-C8B82089072A}"/>
              </a:ext>
            </a:extLst>
          </p:cNvPr>
          <p:cNvSpPr>
            <a:spLocks xmlns:a="http://schemas.openxmlformats.org/drawingml/2006/main" noGrp="1"/>
          </p:cNvSpPr>
          <p:nvPr/>
        </p:nvSpPr>
        <p:spPr>
          <a:xfrm xmlns:a="http://schemas.openxmlformats.org/drawingml/2006/main">
            <a:off x="609600" y="1333500"/>
            <a:ext cx="5562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표 2">
            <a:extLst xmlns:a="http://schemas.openxmlformats.org/drawingml/2006/main">
              <a:ext uri="{FF2B5EF4-FFF2-40B4-BE49-F238E27FC236}">
                <a16:creationId xmlns:a16="http://schemas.microsoft.com/office/drawing/2014/main" id="{C29DFFA1-CAD2-48C3-B569-F3DBEE1CF234}"/>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3A81F3D3-EAAC-421E-BA6E-0B6D83012ADA}"/>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직사각형 4">
            <a:extLst xmlns:a="http://schemas.openxmlformats.org/drawingml/2006/main">
              <a:ext uri="{FF2B5EF4-FFF2-40B4-BE49-F238E27FC236}">
                <a16:creationId xmlns:a16="http://schemas.microsoft.com/office/drawing/2014/main" id="{4E47A19A-0D55-405C-ADCF-330764A0B1D2}"/>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직사각형 5">
            <a:extLst xmlns:a="http://schemas.openxmlformats.org/drawingml/2006/main">
              <a:ext uri="{FF2B5EF4-FFF2-40B4-BE49-F238E27FC236}">
                <a16:creationId xmlns:a16="http://schemas.microsoft.com/office/drawing/2014/main" id="{CE08DA20-9B11-40D7-BE6B-28E4C933503C}"/>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buNone/>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직사각형 6">
            <a:extLst xmlns:a="http://schemas.openxmlformats.org/drawingml/2006/main">
              <a:ext uri="{FF2B5EF4-FFF2-40B4-BE49-F238E27FC236}">
                <a16:creationId xmlns:a16="http://schemas.microsoft.com/office/drawing/2014/main" id="{C3E73CE0-9375-4E03-9280-A15F5FF51EA0}"/>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직사각형 7">
            <a:extLst xmlns:a="http://schemas.openxmlformats.org/drawingml/2006/main">
              <a:ext uri="{FF2B5EF4-FFF2-40B4-BE49-F238E27FC236}">
                <a16:creationId xmlns:a16="http://schemas.microsoft.com/office/drawing/2014/main" id="{117A5CAD-6075-4085-93DD-A4983EE21A2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84951057-98F7-4C72-8B13-E6D85AC65793}"/>
              </a:ext>
            </a:extLst>
          </p:cNvPr>
          <p:cNvPicPr>
            <a:picLocks xmlns:a="http://schemas.openxmlformats.org/drawingml/2006/main" noChangeAspect="1"/>
          </p:cNvPicPr>
          <p:nvPr/>
        </p:nvPicPr>
        <p:blipFill>
          <a:blip xmlns:r="http://schemas.openxmlformats.org/officeDocument/2006/relationships" xmlns:a="http://schemas.openxmlformats.org/drawingml/2006/main" r:embed="R1eca9d4410514bc7"/>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834C3784-C0F5-43C6-97E2-C115EEBFF982}"/>
              </a:ext>
            </a:extLst>
          </p:cNvPr>
          <p:cNvPicPr>
            <a:picLocks xmlns:a="http://schemas.openxmlformats.org/drawingml/2006/main" noChangeAspect="1"/>
          </p:cNvPicPr>
          <p:nvPr/>
        </p:nvPicPr>
        <p:blipFill>
          <a:blip xmlns:r="http://schemas.openxmlformats.org/officeDocument/2006/relationships" xmlns:a="http://schemas.openxmlformats.org/drawingml/2006/main" r:embed="R09aa3fd7e51e46f6"/>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7FEC052D-AF82-4DC5-B5EB-191CC2C999EB}"/>
              </a:ext>
            </a:extLst>
          </p:cNvPr>
          <p:cNvPicPr>
            <a:picLocks xmlns:a="http://schemas.openxmlformats.org/drawingml/2006/main" noChangeAspect="1"/>
          </p:cNvPicPr>
          <p:nvPr/>
        </p:nvPicPr>
        <p:blipFill>
          <a:blip xmlns:r="http://schemas.openxmlformats.org/officeDocument/2006/relationships" xmlns:a="http://schemas.openxmlformats.org/drawingml/2006/main" r:embed="R7180b7886b9d4ad0"/>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2026-10-12T01:29:19.4790000Z</dcterms:created>
  <dcterms:modified xsi:type="dcterms:W3CDTF">2026-10-12T01:29:19.4790000Z</dcterms:modified>
</coreProperties>
</file>