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2f6b8b96bf4880" /><Relationship Type="http://schemas.openxmlformats.org/officeDocument/2006/relationships/extended-properties" Target="/docProps/app.xml" Id="Rd47f001a35a64de2" /><Relationship Type="http://schemas.openxmlformats.org/officeDocument/2006/relationships/officeDocument" Target="/ppt/presentation.xml" Id="R3874c87599294c44" /></Relationships>
</file>

<file path=ppt/presentation.xml><?xml version="1.0" encoding="utf-8"?>
<p:presentation xmlns:p="http://schemas.openxmlformats.org/presentationml/2006/main">
  <p:sldMasterIdLst>
    <p:sldMasterId xmlns:r="http://schemas.openxmlformats.org/officeDocument/2006/relationships" id="2147483648" r:id="R01d1294bbd174804"/>
  </p:sldMasterIdLst>
  <p:notesMasterIdLst>
    <p:notesMasterId xmlns:r="http://schemas.openxmlformats.org/officeDocument/2006/relationships" r:id="Ra2601cd4831648ab"/>
  </p:notesMasterIdLst>
  <p:sldIdLst>
    <p:sldId xmlns:r="http://schemas.openxmlformats.org/officeDocument/2006/relationships" id="256" r:id="Rba7e03e72612457e"/>
    <p:sldId xmlns:r="http://schemas.openxmlformats.org/officeDocument/2006/relationships" id="257" r:id="R69e7898caa774918"/>
    <p:sldId xmlns:r="http://schemas.openxmlformats.org/officeDocument/2006/relationships" id="258" r:id="Re60cae96e43745d7"/>
    <p:sldId xmlns:r="http://schemas.openxmlformats.org/officeDocument/2006/relationships" id="259" r:id="R9a9405bf2e5f4059"/>
    <p:sldId xmlns:r="http://schemas.openxmlformats.org/officeDocument/2006/relationships" id="260" r:id="R9d545295694d49ff"/>
    <p:sldId xmlns:r="http://schemas.openxmlformats.org/officeDocument/2006/relationships" id="261" r:id="Rb5dbd00cb9e04cba"/>
    <p:sldId xmlns:r="http://schemas.openxmlformats.org/officeDocument/2006/relationships" id="262" r:id="R90cd67f2cdba4737"/>
    <p:sldId xmlns:r="http://schemas.openxmlformats.org/officeDocument/2006/relationships" id="263" r:id="R98c385e85dc042ef"/>
    <p:sldId xmlns:r="http://schemas.openxmlformats.org/officeDocument/2006/relationships" id="264" r:id="R0ad577c8af8b4e99"/>
    <p:sldId xmlns:r="http://schemas.openxmlformats.org/officeDocument/2006/relationships" id="265" r:id="R9d9f4050447a475b"/>
    <p:sldId xmlns:r="http://schemas.openxmlformats.org/officeDocument/2006/relationships" id="266" r:id="R043c37941fcc41a9"/>
    <p:sldId xmlns:r="http://schemas.openxmlformats.org/officeDocument/2006/relationships" id="267" r:id="R8c19ed7a0155412c"/>
    <p:sldId xmlns:r="http://schemas.openxmlformats.org/officeDocument/2006/relationships" id="268" r:id="Re15fc472b9ce44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b0138d41724157" /><Relationship Type="http://schemas.openxmlformats.org/officeDocument/2006/relationships/slideMaster" Target="/ppt/slideMasters/slideMaster1.xml" Id="R01d1294bbd174804" /><Relationship Type="http://schemas.openxmlformats.org/officeDocument/2006/relationships/notesMaster" Target="/ppt/notesMasters/notesMaster1.xml" Id="Ra2601cd4831648ab" /><Relationship Type="http://schemas.openxmlformats.org/officeDocument/2006/relationships/presProps" Target="/ppt/presProps.xml" Id="R90c68b0e667545a0" /><Relationship Type="http://schemas.openxmlformats.org/officeDocument/2006/relationships/tableStyles" Target="/ppt/tableStyles.xml" Id="Rb11e00ccff414071" /><Relationship Type="http://schemas.openxmlformats.org/officeDocument/2006/relationships/slide" Target="/ppt/slides/slide1.xml" Id="Rba7e03e72612457e" /><Relationship Type="http://schemas.openxmlformats.org/officeDocument/2006/relationships/slide" Target="/ppt/slides/slide2.xml" Id="R69e7898caa774918" /><Relationship Type="http://schemas.openxmlformats.org/officeDocument/2006/relationships/slide" Target="/ppt/slides/slide3.xml" Id="Re60cae96e43745d7" /><Relationship Type="http://schemas.openxmlformats.org/officeDocument/2006/relationships/slide" Target="/ppt/slides/slide4.xml" Id="R9a9405bf2e5f4059" /><Relationship Type="http://schemas.openxmlformats.org/officeDocument/2006/relationships/slide" Target="/ppt/slides/slide5.xml" Id="R9d545295694d49ff" /><Relationship Type="http://schemas.openxmlformats.org/officeDocument/2006/relationships/slide" Target="/ppt/slides/slide6.xml" Id="Rb5dbd00cb9e04cba" /><Relationship Type="http://schemas.openxmlformats.org/officeDocument/2006/relationships/slide" Target="/ppt/slides/slide7.xml" Id="R90cd67f2cdba4737" /><Relationship Type="http://schemas.openxmlformats.org/officeDocument/2006/relationships/slide" Target="/ppt/slides/slide8.xml" Id="R98c385e85dc042ef" /><Relationship Type="http://schemas.openxmlformats.org/officeDocument/2006/relationships/slide" Target="/ppt/slides/slide9.xml" Id="R0ad577c8af8b4e99" /><Relationship Type="http://schemas.openxmlformats.org/officeDocument/2006/relationships/slide" Target="/ppt/slides/slide10.xml" Id="R9d9f4050447a475b" /><Relationship Type="http://schemas.openxmlformats.org/officeDocument/2006/relationships/slide" Target="/ppt/slides/slide11.xml" Id="R043c37941fcc41a9" /><Relationship Type="http://schemas.openxmlformats.org/officeDocument/2006/relationships/slide" Target="/ppt/slides/slide12.xml" Id="R8c19ed7a0155412c" /><Relationship Type="http://schemas.openxmlformats.org/officeDocument/2006/relationships/slide" Target="/ppt/slides/slide13.xml" Id="Re15fc472b9ce44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55a6640e2d47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e514ad481c46ab" /><Relationship Type="http://schemas.openxmlformats.org/officeDocument/2006/relationships/notesMaster" Target="/ppt/notesMasters/notesMaster1.xml" Id="R06f8816cbc1246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ee3bde8e424d5f" /><Relationship Type="http://schemas.openxmlformats.org/officeDocument/2006/relationships/notesMaster" Target="/ppt/notesMasters/notesMaster1.xml" Id="Rb48a6031d6844f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0f5074247540ee" /><Relationship Type="http://schemas.openxmlformats.org/officeDocument/2006/relationships/notesMaster" Target="/ppt/notesMasters/notesMaster1.xml" Id="Rf11fd6c1395248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e4c8bb13794926" /><Relationship Type="http://schemas.openxmlformats.org/officeDocument/2006/relationships/notesMaster" Target="/ppt/notesMasters/notesMaster1.xml" Id="R15f2b6be78eb47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c07e31d0374336" /><Relationship Type="http://schemas.openxmlformats.org/officeDocument/2006/relationships/notesMaster" Target="/ppt/notesMasters/notesMaster1.xml" Id="R641864cd354648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bef04264a74957" /><Relationship Type="http://schemas.openxmlformats.org/officeDocument/2006/relationships/notesMaster" Target="/ppt/notesMasters/notesMaster1.xml" Id="Rc2c3b32a623540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33a9d9c6b64750" /><Relationship Type="http://schemas.openxmlformats.org/officeDocument/2006/relationships/notesMaster" Target="/ppt/notesMasters/notesMaster1.xml" Id="R13f3611595a148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5bad743bf64203" /><Relationship Type="http://schemas.openxmlformats.org/officeDocument/2006/relationships/notesMaster" Target="/ppt/notesMasters/notesMaster1.xml" Id="R1583a265b8114f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e4bb90bd0e4453" /><Relationship Type="http://schemas.openxmlformats.org/officeDocument/2006/relationships/notesMaster" Target="/ppt/notesMasters/notesMaster1.xml" Id="R9598e59238af47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483e5484434b92" /><Relationship Type="http://schemas.openxmlformats.org/officeDocument/2006/relationships/notesMaster" Target="/ppt/notesMasters/notesMaster1.xml" Id="R3cd2ae96a82447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5196498f1f4123" /><Relationship Type="http://schemas.openxmlformats.org/officeDocument/2006/relationships/notesMaster" Target="/ppt/notesMasters/notesMaster1.xml" Id="R7f84c034efce4e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4eaebbb9734c13" /><Relationship Type="http://schemas.openxmlformats.org/officeDocument/2006/relationships/notesMaster" Target="/ppt/notesMasters/notesMaster1.xml" Id="R7392d14dba7049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c6fffa33754b1f" /><Relationship Type="http://schemas.openxmlformats.org/officeDocument/2006/relationships/notesMaster" Target="/ppt/notesMasters/notesMaster1.xml" Id="R1511614ede6847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1b8748272246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3d04495d7440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cf589fa10644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d128e0815d44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6130d300934e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f22f64cf5446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5d8066573b43b0" /><Relationship Type="http://schemas.openxmlformats.org/officeDocument/2006/relationships/slideLayout" Target="/ppt/slideLayouts/slideLayout1.xml" Id="Ra2d3ea3e3a6e4944" /><Relationship Type="http://schemas.openxmlformats.org/officeDocument/2006/relationships/slideLayout" Target="/ppt/slideLayouts/slideLayout2.xml" Id="R6750f4e082d84397" /><Relationship Type="http://schemas.openxmlformats.org/officeDocument/2006/relationships/slideLayout" Target="/ppt/slideLayouts/slideLayout3.xml" Id="R22cbc15d96014138" /><Relationship Type="http://schemas.openxmlformats.org/officeDocument/2006/relationships/slideLayout" Target="/ppt/slideLayouts/slideLayout4.xml" Id="Rd1313d07a377442f" /><Relationship Type="http://schemas.openxmlformats.org/officeDocument/2006/relationships/slideLayout" Target="/ppt/slideLayouts/slideLayout5.xml" Id="Rd87aa71ea46c46e1" /><Relationship Type="http://schemas.openxmlformats.org/officeDocument/2006/relationships/slideLayout" Target="/ppt/slideLayouts/slideLayout6.xml" Id="R8356965d187a49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d3ea3e3a6e4944"/>
    <p:sldLayoutId xmlns:r="http://schemas.openxmlformats.org/officeDocument/2006/relationships" id="2147483650" r:id="R6750f4e082d84397"/>
    <p:sldLayoutId xmlns:r="http://schemas.openxmlformats.org/officeDocument/2006/relationships" id="2147483651" r:id="R22cbc15d96014138"/>
    <p:sldLayoutId xmlns:r="http://schemas.openxmlformats.org/officeDocument/2006/relationships" id="2147483652" r:id="Rd1313d07a377442f"/>
    <p:sldLayoutId xmlns:r="http://schemas.openxmlformats.org/officeDocument/2006/relationships" id="2147483653" r:id="Rd87aa71ea46c46e1"/>
    <p:sldLayoutId xmlns:r="http://schemas.openxmlformats.org/officeDocument/2006/relationships" id="2147483654" r:id="R8356965d187a49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fe1f96c9924a7d" /><Relationship Type="http://schemas.openxmlformats.org/officeDocument/2006/relationships/notesSlide" Target="/ppt/notesSlides/notesSlide1.xml" Id="R794fbfd101c049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13db0f36a64826" /><Relationship Type="http://schemas.openxmlformats.org/officeDocument/2006/relationships/notesSlide" Target="/ppt/notesSlides/notesSlide2.xml" Id="R17e9829549514e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5af1318c4c4e09" /><Relationship Type="http://schemas.openxmlformats.org/officeDocument/2006/relationships/image" Target="/ppt/media/image.png" Id="R4596de5b626c4b07" /><Relationship Type="http://schemas.openxmlformats.org/officeDocument/2006/relationships/notesSlide" Target="/ppt/notesSlides/notesSlide3.xml" Id="Rafab0e35d9a44a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e730f15cd94bdf" /><Relationship Type="http://schemas.openxmlformats.org/officeDocument/2006/relationships/image" Target="/ppt/media/image2.png" Id="Rea2f3563367f480a" /><Relationship Type="http://schemas.openxmlformats.org/officeDocument/2006/relationships/image" Target="/ppt/media/image3.png" Id="Rf243252887c74774" /><Relationship Type="http://schemas.openxmlformats.org/officeDocument/2006/relationships/notesSlide" Target="/ppt/notesSlides/notesSlide4.xml" Id="R4bf86b616dc445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2b6f29109141df" /><Relationship Type="http://schemas.openxmlformats.org/officeDocument/2006/relationships/image" Target="/ppt/media/image4.png" Id="R1873bcb684714be2" /><Relationship Type="http://schemas.openxmlformats.org/officeDocument/2006/relationships/notesSlide" Target="/ppt/notesSlides/notesSlide5.xml" Id="R4f690b263a6b42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f5713344794465" /><Relationship Type="http://schemas.openxmlformats.org/officeDocument/2006/relationships/image" Target="/ppt/media/image5.png" Id="Rf0cd0f30911d4ca8" /><Relationship Type="http://schemas.openxmlformats.org/officeDocument/2006/relationships/notesSlide" Target="/ppt/notesSlides/notesSlide6.xml" Id="R1789463cf5d348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5275655b1b4040" /><Relationship Type="http://schemas.openxmlformats.org/officeDocument/2006/relationships/image" Target="/ppt/media/image6.png" Id="R3f0ba8a1c3014e6e" /><Relationship Type="http://schemas.openxmlformats.org/officeDocument/2006/relationships/notesSlide" Target="/ppt/notesSlides/notesSlide7.xml" Id="R162d3cf343a84f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75069c59734140" /><Relationship Type="http://schemas.openxmlformats.org/officeDocument/2006/relationships/image" Target="/ppt/media/image7.png" Id="R507b7cba5c8d452e" /><Relationship Type="http://schemas.openxmlformats.org/officeDocument/2006/relationships/notesSlide" Target="/ppt/notesSlides/notesSlide8.xml" Id="R738293578c2249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4c1b1ab1c6410b" /><Relationship Type="http://schemas.openxmlformats.org/officeDocument/2006/relationships/image" Target="/ppt/media/image8.png" Id="R147d82bce7434456" /><Relationship Type="http://schemas.openxmlformats.org/officeDocument/2006/relationships/image" Target="/ppt/media/image9.png" Id="R7f408b5269c843cd" /><Relationship Type="http://schemas.openxmlformats.org/officeDocument/2006/relationships/notesSlide" Target="/ppt/notesSlides/notesSlide9.xml" Id="R1023946c868047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0316c65e614d0a" /><Relationship Type="http://schemas.openxmlformats.org/officeDocument/2006/relationships/image" Target="/ppt/media/image10.png" Id="Rc088e439f197489f" /><Relationship Type="http://schemas.openxmlformats.org/officeDocument/2006/relationships/notesSlide" Target="/ppt/notesSlides/notesSlide10.xml" Id="R5db46b4c434e40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96749596ff4ea4" /><Relationship Type="http://schemas.openxmlformats.org/officeDocument/2006/relationships/notesSlide" Target="/ppt/notesSlides/notesSlide11.xml" Id="Rdc8d608074b147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871eac30594a9b" /><Relationship Type="http://schemas.openxmlformats.org/officeDocument/2006/relationships/image" Target="/ppt/media/image11.png" Id="R90ba1620aa4943ca" /><Relationship Type="http://schemas.openxmlformats.org/officeDocument/2006/relationships/notesSlide" Target="/ppt/notesSlides/notesSlide12.xml" Id="R77dc3c75221045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46f88a1d6143d3" /><Relationship Type="http://schemas.openxmlformats.org/officeDocument/2006/relationships/image" Target="/ppt/media/image12.png" Id="Rdfdbd8b25f1742cc" /><Relationship Type="http://schemas.openxmlformats.org/officeDocument/2006/relationships/image" Target="/ppt/media/image13.png" Id="Rde6e136384e14df2" /><Relationship Type="http://schemas.openxmlformats.org/officeDocument/2006/relationships/notesSlide" Target="/ppt/notesSlides/notesSlide13.xml" Id="R58cc8f68e2314569"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
            <a:extLst xmlns:a="http://schemas.openxmlformats.org/drawingml/2006/main">
              <a:ext uri="{FF2B5EF4-FFF2-40B4-BE49-F238E27FC236}">
                <a16:creationId xmlns:a16="http://schemas.microsoft.com/office/drawing/2014/main" id="{23760672-068F-464F-9660-FA7A3569B0EC}"/>
              </a:ext>
            </a:extLst>
          </p:cNvPr>
          <p:cNvGraphicFramePr/>
          <p:nvPr/>
        </p:nvGraphicFramePr>
        <p:xfrm>
          <a:off xmlns:a="http://schemas.openxmlformats.org/drawingml/2006/main" x="609600" y="1952625"/>
          <a:ext xmlns:a="http://schemas.openxmlformats.org/drawingml/2006/main" cx="10972800" cy="2381250"/>
        </p:xfrm>
        <a:graphic xmlns:a="http://schemas.openxmlformats.org/drawingml/2006/main">
          <a:graphicData uri="http://schemas.openxmlformats.org/drawingml/2006/table">
            <a:tbl>
              <a:tblPr/>
              <a:tblGrid>
                <a:gridCol w="5619750"/>
                <a:gridCol w="5353050"/>
              </a:tblGrid>
              <a:tr h="595313">
                <a:tc>
                  <a:txBody>
                    <a:bodyPr lIns="114300" tIns="114300" rIns="114300" bIns="114300"/>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lIns="114300" tIns="114300" rIns="114300" bIns="114300"/>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lIns="114300" tIns="114300" rIns="114300" bIns="114300"/>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FA2042-C115-4301-89DD-3A58F9E92E5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
            <a:extLst xmlns:a="http://schemas.openxmlformats.org/drawingml/2006/main">
              <a:ext uri="{FF2B5EF4-FFF2-40B4-BE49-F238E27FC236}">
                <a16:creationId xmlns:a16="http://schemas.microsoft.com/office/drawing/2014/main" id="{DF2C8672-747C-4725-9A5A-C6FA6081608B}"/>
              </a:ext>
            </a:extLst>
          </p:cNvPr>
          <p:cNvPicPr>
            <a:picLocks xmlns:a="http://schemas.openxmlformats.org/drawingml/2006/main" noChangeAspect="1"/>
          </p:cNvPicPr>
          <p:nvPr/>
        </p:nvPicPr>
        <p:blipFill>
          <a:blip xmlns:r="http://schemas.openxmlformats.org/officeDocument/2006/relationships" xmlns:a="http://schemas.openxmlformats.org/drawingml/2006/main" r:embed="R4596de5b626c4b07"/>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C21B88-5C73-4CE2-85F4-468BB56848EB}"/>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
            <a:extLst xmlns:a="http://schemas.openxmlformats.org/drawingml/2006/main">
              <a:ext uri="{FF2B5EF4-FFF2-40B4-BE49-F238E27FC236}">
                <a16:creationId xmlns:a16="http://schemas.microsoft.com/office/drawing/2014/main" id="{22B7E1A3-0DCD-4E19-B772-92BA658E940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
            <a:extLst xmlns:a="http://schemas.openxmlformats.org/drawingml/2006/main">
              <a:ext uri="{FF2B5EF4-FFF2-40B4-BE49-F238E27FC236}">
                <a16:creationId xmlns:a16="http://schemas.microsoft.com/office/drawing/2014/main" id="{1E1495D6-1A0C-4F15-855D-FF8F04F28BE5}"/>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
            <a:extLst xmlns:a="http://schemas.openxmlformats.org/drawingml/2006/main">
              <a:ext uri="{FF2B5EF4-FFF2-40B4-BE49-F238E27FC236}">
                <a16:creationId xmlns:a16="http://schemas.microsoft.com/office/drawing/2014/main" id="{D94B3073-4801-475F-A94B-BBE5B6EFF220}"/>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r>
              <a:t/>
            </a:r>
          </a:p>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
            <a:extLst xmlns:a="http://schemas.openxmlformats.org/drawingml/2006/main">
              <a:ext uri="{FF2B5EF4-FFF2-40B4-BE49-F238E27FC236}">
                <a16:creationId xmlns:a16="http://schemas.microsoft.com/office/drawing/2014/main" id="{AEEFEF33-41E0-42A5-8305-173AF3D81CE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
            <a:extLst xmlns:a="http://schemas.openxmlformats.org/drawingml/2006/main">
              <a:ext uri="{FF2B5EF4-FFF2-40B4-BE49-F238E27FC236}">
                <a16:creationId xmlns:a16="http://schemas.microsoft.com/office/drawing/2014/main" id="{7A84C4B7-89CE-47FE-8F06-A78786F4970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2070636186"/>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DE2FEF-2EE6-4CAD-B63C-9F78E0D7536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
            <a:extLst xmlns:a="http://schemas.openxmlformats.org/drawingml/2006/main">
              <a:ext uri="{FF2B5EF4-FFF2-40B4-BE49-F238E27FC236}">
                <a16:creationId xmlns:a16="http://schemas.microsoft.com/office/drawing/2014/main" id="{C40D6710-7D6D-4975-9FD8-0D9734086967}"/>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
            <a:extLst xmlns:a="http://schemas.openxmlformats.org/drawingml/2006/main">
              <a:ext uri="{FF2B5EF4-FFF2-40B4-BE49-F238E27FC236}">
                <a16:creationId xmlns:a16="http://schemas.microsoft.com/office/drawing/2014/main" id="{2D165DBF-816A-4C4C-B8D0-1D336F527D7C}"/>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
            <a:extLst xmlns:a="http://schemas.openxmlformats.org/drawingml/2006/main">
              <a:ext uri="{FF2B5EF4-FFF2-40B4-BE49-F238E27FC236}">
                <a16:creationId xmlns:a16="http://schemas.microsoft.com/office/drawing/2014/main" id="{4B5B95EB-022A-4E52-BA1C-E9C96348E860}"/>
              </a:ext>
            </a:extLst>
          </p:cNvPr>
          <p:cNvPicPr>
            <a:picLocks xmlns:a="http://schemas.openxmlformats.org/drawingml/2006/main" noChangeAspect="1"/>
          </p:cNvPicPr>
          <p:nvPr/>
        </p:nvPicPr>
        <p:blipFill>
          <a:blip xmlns:r="http://schemas.openxmlformats.org/officeDocument/2006/relationships" xmlns:a="http://schemas.openxmlformats.org/drawingml/2006/main" r:embed="Rea2f3563367f480a"/>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FBA3C9F-DEF6-4829-9EA9-F664174FC01F}"/>
              </a:ext>
            </a:extLst>
          </p:cNvPr>
          <p:cNvPicPr>
            <a:picLocks xmlns:a="http://schemas.openxmlformats.org/drawingml/2006/main" noChangeAspect="1"/>
          </p:cNvPicPr>
          <p:nvPr/>
        </p:nvPicPr>
        <p:blipFill>
          <a:blip xmlns:r="http://schemas.openxmlformats.org/officeDocument/2006/relationships" xmlns:a="http://schemas.openxmlformats.org/drawingml/2006/main" r:embed="Rf243252887c74774"/>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DB5CD2-C936-48D5-8AE1-B9EC4FE09CB2}"/>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
            <a:extLst xmlns:a="http://schemas.openxmlformats.org/drawingml/2006/main">
              <a:ext uri="{FF2B5EF4-FFF2-40B4-BE49-F238E27FC236}">
                <a16:creationId xmlns:a16="http://schemas.microsoft.com/office/drawing/2014/main" id="{C3ED0DC7-6C2E-40DE-B5DE-F3141B8EA7EB}"/>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
            <a:extLst xmlns:a="http://schemas.openxmlformats.org/drawingml/2006/main">
              <a:ext uri="{FF2B5EF4-FFF2-40B4-BE49-F238E27FC236}">
                <a16:creationId xmlns:a16="http://schemas.microsoft.com/office/drawing/2014/main" id="{2C6E0E86-65DC-4994-B9A5-DCC3D63DF44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1843354128"/>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2FE3A5-D87F-4845-9499-D6C55E503C7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포핸즈 기본 정보와 등장인물 설명</a:t>
            </a:r>
          </a:p>
        </p:txBody>
      </p:sp>
      <p:pic>
        <p:nvPicPr>
          <p:cNvPr id="2" name="">
            <a:extLst xmlns:a="http://schemas.openxmlformats.org/drawingml/2006/main">
              <a:ext uri="{FF2B5EF4-FFF2-40B4-BE49-F238E27FC236}">
                <a16:creationId xmlns:a16="http://schemas.microsoft.com/office/drawing/2014/main" id="{FF1BC343-C070-44FF-8E7F-B0EE4317FFBC}"/>
              </a:ext>
            </a:extLst>
          </p:cNvPr>
          <p:cNvPicPr>
            <a:picLocks xmlns:a="http://schemas.openxmlformats.org/drawingml/2006/main" noChangeAspect="1"/>
          </p:cNvPicPr>
          <p:nvPr/>
        </p:nvPicPr>
        <p:blipFill>
          <a:blip xmlns:r="http://schemas.openxmlformats.org/officeDocument/2006/relationships" xmlns:a="http://schemas.openxmlformats.org/drawingml/2006/main" r:embed="R1873bcb684714be2"/>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C8EED987-EF5C-4E2A-88A1-565BA9288A76}"/>
              </a:ext>
            </a:extLst>
          </p:cNvPr>
          <p:cNvGraphicFramePr/>
          <p:nvPr/>
        </p:nvGraphicFramePr>
        <p:xfrm>
          <a:off xmlns:a="http://schemas.openxmlformats.org/drawingml/2006/main" x="4724400" y="1438275"/>
          <a:ext xmlns:a="http://schemas.openxmlformats.org/drawingml/2006/main" cx="6858000" cy="3381375"/>
        </p:xfrm>
        <a:graphic xmlns:a="http://schemas.openxmlformats.org/drawingml/2006/main">
          <a:graphicData uri="http://schemas.openxmlformats.org/drawingml/2006/table">
            <a:tbl>
              <a:tblPr/>
              <a:tblGrid>
                <a:gridCol w="1666875"/>
                <a:gridCol w="5191125"/>
              </a:tblGrid>
              <a:tr h="563563">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확보한 정보</a:t>
                      </a:r>
                    </a:p>
                  </a:txBody>
                  <a:tcPr marL="91440" marR="91440" marT="45720" marB="45720" anchor="ctr">
                    <a:solidFill>
                      <a:srgbClr val="EEEBF7"/>
                    </a:solidFill>
                  </a:tcPr>
                </a:tc>
              </a:tr>
              <a:tr h="563563">
                <a:tc>
                  <a:txBody>
                    <a:bodyPr lIns="114300" tIns="114300" rIns="114300" bIns="114300"/>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포핸즈, tvN, 12회, 15세 이상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각 인물의 상세 설명</a:t>
                      </a:r>
                    </a:p>
                  </a:txBody>
                  <a:tcPr marL="91440" marR="91440" marT="45720" marB="45720" anchor="ctr">
                    <a:solidFill>
                      <a:srgbClr val="FFFFFF"/>
                    </a:solidFill>
                  </a:tcPr>
                </a:tc>
              </a:tr>
              <a:tr h="563563">
                <a:tc>
                  <a:txBody>
                    <a:bodyPr lIns="114300" tIns="114300" rIns="114300" bIns="114300"/>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22A8291-7A8E-4D8A-80ED-7F3187BD2133}"/>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프로그램 소개와 인물 설명을 구조화된 JSON으로 저장</a:t>
            </a:r>
          </a:p>
        </p:txBody>
      </p:sp>
      <p:sp>
        <p:nvSpPr>
          <p:cNvPr id="5" name="">
            <a:extLst xmlns:a="http://schemas.openxmlformats.org/drawingml/2006/main">
              <a:ext uri="{FF2B5EF4-FFF2-40B4-BE49-F238E27FC236}">
                <a16:creationId xmlns:a16="http://schemas.microsoft.com/office/drawing/2014/main" id="{19B137B4-9ED2-412A-B02F-0C6F7707D055}"/>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API 실측: 2026.10.12 / 두 응답에는 회차별 시놉시스 없음</a:t>
            </a:r>
          </a:p>
        </p:txBody>
      </p:sp>
      <p:sp>
        <p:nvSpPr>
          <p:cNvPr id="6" name="">
            <a:extLst xmlns:a="http://schemas.openxmlformats.org/drawingml/2006/main">
              <a:ext uri="{FF2B5EF4-FFF2-40B4-BE49-F238E27FC236}">
                <a16:creationId xmlns:a16="http://schemas.microsoft.com/office/drawing/2014/main" id="{F9F3BAA6-A821-47BC-AFD8-54DF9C6F464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84728214"/>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21048A-3E0A-4C40-B629-26968A26E5A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API: 쿠키·인증 없이 직접 조회 성공</a:t>
            </a:r>
          </a:p>
        </p:txBody>
      </p:sp>
      <p:pic>
        <p:nvPicPr>
          <p:cNvPr id="2" name="">
            <a:extLst xmlns:a="http://schemas.openxmlformats.org/drawingml/2006/main">
              <a:ext uri="{FF2B5EF4-FFF2-40B4-BE49-F238E27FC236}">
                <a16:creationId xmlns:a16="http://schemas.microsoft.com/office/drawing/2014/main" id="{0BD7D09D-8D25-47C7-984F-EA75F897FF5B}"/>
              </a:ext>
            </a:extLst>
          </p:cNvPr>
          <p:cNvPicPr>
            <a:picLocks xmlns:a="http://schemas.openxmlformats.org/drawingml/2006/main" noChangeAspect="1"/>
          </p:cNvPicPr>
          <p:nvPr/>
        </p:nvPicPr>
        <p:blipFill>
          <a:blip xmlns:r="http://schemas.openxmlformats.org/officeDocument/2006/relationships" xmlns:a="http://schemas.openxmlformats.org/drawingml/2006/main" r:embed="Rf0cd0f30911d4ca8"/>
          <a:stretch xmlns:a="http://schemas.openxmlformats.org/drawingml/2006/main"/>
        </p:blipFill>
        <p:spPr>
          <a:xfrm xmlns:a="http://schemas.openxmlformats.org/drawingml/2006/main">
            <a:off x="1267691" y="1552575"/>
            <a:ext cx="3684443" cy="3524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18698D-21FC-47B2-8AA2-30E3420DE2FB}"/>
              </a:ext>
            </a:extLst>
          </p:cNvPr>
          <p:cNvSpPr>
            <a:spLocks xmlns:a="http://schemas.openxmlformats.org/drawingml/2006/main" noGrp="1"/>
          </p:cNvSpPr>
          <p:nvPr/>
        </p:nvSpPr>
        <p:spPr>
          <a:xfrm xmlns:a="http://schemas.openxmlformats.org/drawingml/2006/main">
            <a:off x="6038850" y="1381125"/>
            <a:ext cx="554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프로그램 정보 / 등장인물 정보</a:t>
            </a:r>
          </a:p>
        </p:txBody>
      </p:sp>
      <p:graphicFrame>
        <p:nvGraphicFramePr>
          <p:cNvPr id="4" name="">
            <a:extLst xmlns:a="http://schemas.openxmlformats.org/drawingml/2006/main">
              <a:ext uri="{FF2B5EF4-FFF2-40B4-BE49-F238E27FC236}">
                <a16:creationId xmlns:a16="http://schemas.microsoft.com/office/drawing/2014/main" id="{5C07172C-D7D5-44E6-8332-9A6A182D8F27}"/>
              </a:ext>
            </a:extLst>
          </p:cNvPr>
          <p:cNvGraphicFramePr/>
          <p:nvPr/>
        </p:nvGraphicFramePr>
        <p:xfrm>
          <a:off xmlns:a="http://schemas.openxmlformats.org/drawingml/2006/main" x="6038850" y="2038350"/>
          <a:ext xmlns:a="http://schemas.openxmlformats.org/drawingml/2006/main" cx="5543550" cy="2857500"/>
        </p:xfrm>
        <a:graphic xmlns:a="http://schemas.openxmlformats.org/drawingml/2006/main">
          <a:graphicData uri="http://schemas.openxmlformats.org/drawingml/2006/table">
            <a:tbl>
              <a:tblPr/>
              <a:tblGrid>
                <a:gridCol w="2619375"/>
                <a:gridCol w="2924175"/>
              </a:tblGrid>
              <a:tr h="571500">
                <a:tc>
                  <a:txBody>
                    <a:bodyPr lIns="114300" tIns="114300" rIns="114300" bIns="114300"/>
                    <a:lstStyle/>
                    <a:p>
                      <a:r>
                        <a:rPr sz="1725" b="1">
                          <a:solidFill>
                            <a:srgbClr val="716095"/>
                          </a:solidFill>
                          <a:latin typeface="Malgun Gothic"/>
                          <a:ea typeface="Malgun Gothic"/>
                          <a:cs typeface="Malgun Gothic"/>
                        </a:rPr>
                        <a:t>검증 조건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두 API의 결과</a:t>
                      </a:r>
                    </a:p>
                  </a:txBody>
                  <a:tcPr marL="91440" marR="91440" marT="45720" marB="45720" anchor="ctr">
                    <a:solidFill>
                      <a:srgbClr val="EEEBF7"/>
                    </a:solidFill>
                  </a:tcPr>
                </a:tc>
              </a:tr>
              <a:tr h="571500">
                <a:tc>
                  <a:txBody>
                    <a:bodyPr lIns="114300" tIns="114300" rIns="114300" bIns="114300"/>
                    <a:lstStyle/>
                    <a:p>
                      <a:r>
                        <a:rPr sz="1725" b="0">
                          <a:solidFill>
                            <a:srgbClr val="303044"/>
                          </a:solidFill>
                          <a:latin typeface="Malgun Gothic"/>
                          <a:ea typeface="Malgun Gothic"/>
                          <a:cs typeface="Malgun Gothic"/>
                        </a:rPr>
                        <a:t>직접 HTTP 요청</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200 OK / resultCd 0000</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브라우저·로그인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Cookie·Authorization</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lIns="114300" tIns="114300" rIns="114300" bIns="114300"/>
                    <a:lstStyle/>
                    <a:p>
                      <a:r>
                        <a:rPr sz="1725" b="0">
                          <a:solidFill>
                            <a:srgbClr val="303044"/>
                          </a:solidFill>
                          <a:latin typeface="Malgun Gothic"/>
                          <a:ea typeface="Malgun Gothic"/>
                          <a:cs typeface="Malgun Gothic"/>
                        </a:rPr>
                        <a:t>기존 응답 비교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JSON 내용 동일</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A95BE9F-447E-4949-A601-43754CE923C4}"/>
              </a:ext>
            </a:extLst>
          </p:cNvPr>
          <p:cNvSpPr>
            <a:spLocks xmlns:a="http://schemas.openxmlformats.org/drawingml/2006/main" noGrp="1"/>
          </p:cNvSpPr>
          <p:nvPr/>
        </p:nvSpPr>
        <p:spPr>
          <a:xfrm xmlns:a="http://schemas.openxmlformats.org/drawingml/2006/main">
            <a:off x="609600" y="542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16095"/>
                </a:solidFill>
                <a:latin typeface="Malgun Gothic"/>
                <a:ea typeface="Malgun Gothic"/>
                <a:cs typeface="Malgun Gothic"/>
              </a:defRPr>
            </a:defPPr>
          </a:lstStyle>
          <a:p xmlns:a="http://schemas.openxmlformats.org/drawingml/2006/main">
            <a:pPr>
              <a:defRPr sz="2325" b="1">
                <a:solidFill>
                  <a:srgbClr val="716095"/>
                </a:solidFill>
                <a:latin typeface="Malgun Gothic"/>
                <a:ea typeface="Malgun Gothic"/>
                <a:cs typeface="Malgun Gothic"/>
              </a:defRPr>
            </a:pPr>
            <a:r>
              <a:rPr sz="2325" b="1">
                <a:solidFill>
                  <a:srgbClr val="716095"/>
                </a:solidFill>
                <a:latin typeface="Malgun Gothic"/>
                <a:ea typeface="Malgun Gothic"/>
                <a:cs typeface="Malgun Gothic"/>
              </a:rPr>
              <a:t>조회와 JSON 저장은 기술적으로 가능</a:t>
            </a:r>
          </a:p>
        </p:txBody>
      </p:sp>
      <p:sp>
        <p:nvSpPr>
          <p:cNvPr id="6" name="">
            <a:extLst xmlns:a="http://schemas.openxmlformats.org/drawingml/2006/main">
              <a:ext uri="{FF2B5EF4-FFF2-40B4-BE49-F238E27FC236}">
                <a16:creationId xmlns:a16="http://schemas.microsoft.com/office/drawing/2014/main" id="{3238BF56-4B42-400D-A27B-FB6D2CA24DF8}"/>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검증 시각: 2026.10.12 08:56 KST / 검증 범위: 포핸즈의 두 API 요청</a:t>
            </a:r>
          </a:p>
        </p:txBody>
      </p:sp>
      <p:sp>
        <p:nvSpPr>
          <p:cNvPr id="7" name="">
            <a:extLst xmlns:a="http://schemas.openxmlformats.org/drawingml/2006/main">
              <a:ext uri="{FF2B5EF4-FFF2-40B4-BE49-F238E27FC236}">
                <a16:creationId xmlns:a16="http://schemas.microsoft.com/office/drawing/2014/main" id="{FF373E11-C641-4187-B03F-AB082FD7C18A}"/>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2141339089"/>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AE2E42-903B-4185-ABB7-BA680E66BFB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기술적 조회 가능성과 수집 정책</a:t>
            </a:r>
          </a:p>
        </p:txBody>
      </p:sp>
      <p:pic>
        <p:nvPicPr>
          <p:cNvPr id="2" name="">
            <a:extLst xmlns:a="http://schemas.openxmlformats.org/drawingml/2006/main">
              <a:ext uri="{FF2B5EF4-FFF2-40B4-BE49-F238E27FC236}">
                <a16:creationId xmlns:a16="http://schemas.microsoft.com/office/drawing/2014/main" id="{A9C077C4-0842-42AF-90D9-9C3713E1EA92}"/>
              </a:ext>
            </a:extLst>
          </p:cNvPr>
          <p:cNvPicPr>
            <a:picLocks xmlns:a="http://schemas.openxmlformats.org/drawingml/2006/main" noChangeAspect="1"/>
          </p:cNvPicPr>
          <p:nvPr/>
        </p:nvPicPr>
        <p:blipFill>
          <a:blip xmlns:r="http://schemas.openxmlformats.org/officeDocument/2006/relationships" xmlns:a="http://schemas.openxmlformats.org/drawingml/2006/main" r:embed="R3f0ba8a1c3014e6e"/>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4F1540-775D-483F-BCAF-211EF4F785BC}"/>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 실측</a:t>
            </a:r>
          </a:p>
        </p:txBody>
      </p:sp>
      <p:sp>
        <p:nvSpPr>
          <p:cNvPr id="4" name="">
            <a:extLst xmlns:a="http://schemas.openxmlformats.org/drawingml/2006/main">
              <a:ext uri="{FF2B5EF4-FFF2-40B4-BE49-F238E27FC236}">
                <a16:creationId xmlns:a16="http://schemas.microsoft.com/office/drawing/2014/main" id="{154D7555-244E-406B-87DE-7708C2633C8C}"/>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
            <a:extLst xmlns:a="http://schemas.openxmlformats.org/drawingml/2006/main">
              <a:ext uri="{FF2B5EF4-FFF2-40B4-BE49-F238E27FC236}">
                <a16:creationId xmlns:a16="http://schemas.microsoft.com/office/drawing/2014/main" id="{C14F2494-59C2-42CE-B809-2BFBD9011BDF}"/>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직접 조회: 성공</a:t>
            </a:r>
          </a:p>
        </p:txBody>
      </p:sp>
      <p:sp>
        <p:nvSpPr>
          <p:cNvPr id="6" name="">
            <a:extLst xmlns:a="http://schemas.openxmlformats.org/drawingml/2006/main">
              <a:ext uri="{FF2B5EF4-FFF2-40B4-BE49-F238E27FC236}">
                <a16:creationId xmlns:a16="http://schemas.microsoft.com/office/drawing/2014/main" id="{ED820BE0-32A0-4484-A824-A55343CD964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robots.txt가 이번 API 요청을 기술적으로 차단하지 않음</a:t>
            </a:r>
          </a:p>
        </p:txBody>
      </p:sp>
      <p:sp>
        <p:nvSpPr>
          <p:cNvPr id="7" name="">
            <a:extLst xmlns:a="http://schemas.openxmlformats.org/drawingml/2006/main">
              <a:ext uri="{FF2B5EF4-FFF2-40B4-BE49-F238E27FC236}">
                <a16:creationId xmlns:a16="http://schemas.microsoft.com/office/drawing/2014/main" id="{29ED1FD5-4690-495B-8EFE-CB37C28E4C92}"/>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정기·대량 수집 적용: 허용 범위 확인 후 결정</a:t>
            </a:r>
          </a:p>
        </p:txBody>
      </p:sp>
      <p:sp>
        <p:nvSpPr>
          <p:cNvPr id="8" name="">
            <a:extLst xmlns:a="http://schemas.openxmlformats.org/drawingml/2006/main">
              <a:ext uri="{FF2B5EF4-FFF2-40B4-BE49-F238E27FC236}">
                <a16:creationId xmlns:a16="http://schemas.microsoft.com/office/drawing/2014/main" id="{9770CE29-B837-48E9-BCDD-E698D4F439FC}"/>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API 호스트는 일반 크롤러의 전체 경로 수집 제한 명시</a:t>
            </a:r>
          </a:p>
        </p:txBody>
      </p:sp>
      <p:sp>
        <p:nvSpPr>
          <p:cNvPr id="9" name="">
            <a:extLst xmlns:a="http://schemas.openxmlformats.org/drawingml/2006/main">
              <a:ext uri="{FF2B5EF4-FFF2-40B4-BE49-F238E27FC236}">
                <a16:creationId xmlns:a16="http://schemas.microsoft.com/office/drawing/2014/main" id="{5B42F422-9038-44B3-A073-2D287F3B8C94}"/>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메인 사이트 규칙 / 오른쪽: API 호스트 실측 / 조회 성공과 수집 허용은 구분</a:t>
            </a:r>
          </a:p>
        </p:txBody>
      </p:sp>
      <p:sp>
        <p:nvSpPr>
          <p:cNvPr id="10" name="">
            <a:extLst xmlns:a="http://schemas.openxmlformats.org/drawingml/2006/main">
              <a:ext uri="{FF2B5EF4-FFF2-40B4-BE49-F238E27FC236}">
                <a16:creationId xmlns:a16="http://schemas.microsoft.com/office/drawing/2014/main" id="{85E094CD-061E-426D-95CA-5D5B96D1E42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309230592"/>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CB1AAD-2A69-4380-B959-43428CE5712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
            <a:extLst xmlns:a="http://schemas.openxmlformats.org/drawingml/2006/main">
              <a:ext uri="{FF2B5EF4-FFF2-40B4-BE49-F238E27FC236}">
                <a16:creationId xmlns:a16="http://schemas.microsoft.com/office/drawing/2014/main" id="{F339E41C-7593-47C6-9981-33AC2D9DF013}"/>
              </a:ext>
            </a:extLst>
          </p:cNvPr>
          <p:cNvPicPr>
            <a:picLocks xmlns:a="http://schemas.openxmlformats.org/drawingml/2006/main" noChangeAspect="1"/>
          </p:cNvPicPr>
          <p:nvPr/>
        </p:nvPicPr>
        <p:blipFill>
          <a:blip xmlns:r="http://schemas.openxmlformats.org/officeDocument/2006/relationships" xmlns:a="http://schemas.openxmlformats.org/drawingml/2006/main" r:embed="R507b7cba5c8d452e"/>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BD5B0D-5CBB-4D44-ACD9-77168AA3D535}"/>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
            <a:extLst xmlns:a="http://schemas.openxmlformats.org/drawingml/2006/main">
              <a:ext uri="{FF2B5EF4-FFF2-40B4-BE49-F238E27FC236}">
                <a16:creationId xmlns:a16="http://schemas.microsoft.com/office/drawing/2014/main" id="{07CA5350-3582-41A6-9D97-B14B8B90F6EF}"/>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
            <a:extLst xmlns:a="http://schemas.openxmlformats.org/drawingml/2006/main">
              <a:ext uri="{FF2B5EF4-FFF2-40B4-BE49-F238E27FC236}">
                <a16:creationId xmlns:a16="http://schemas.microsoft.com/office/drawing/2014/main" id="{31B17B03-84D9-4CC2-80C0-794CB652D312}"/>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
            <a:extLst xmlns:a="http://schemas.openxmlformats.org/drawingml/2006/main">
              <a:ext uri="{FF2B5EF4-FFF2-40B4-BE49-F238E27FC236}">
                <a16:creationId xmlns:a16="http://schemas.microsoft.com/office/drawing/2014/main" id="{57F26EA1-E8AA-4987-9138-C022526EC7EC}"/>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
            <a:extLst xmlns:a="http://schemas.openxmlformats.org/drawingml/2006/main">
              <a:ext uri="{FF2B5EF4-FFF2-40B4-BE49-F238E27FC236}">
                <a16:creationId xmlns:a16="http://schemas.microsoft.com/office/drawing/2014/main" id="{278D9BC4-3FBC-4513-8B86-8FF4C5B051C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61D2BB-8D00-49B5-9940-F0B41F0BD51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
            <a:extLst xmlns:a="http://schemas.openxmlformats.org/drawingml/2006/main">
              <a:ext uri="{FF2B5EF4-FFF2-40B4-BE49-F238E27FC236}">
                <a16:creationId xmlns:a16="http://schemas.microsoft.com/office/drawing/2014/main" id="{CA42BB62-B4B3-498B-8C23-5CDA635E970D}"/>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
            <a:extLst xmlns:a="http://schemas.openxmlformats.org/drawingml/2006/main">
              <a:ext uri="{FF2B5EF4-FFF2-40B4-BE49-F238E27FC236}">
                <a16:creationId xmlns:a16="http://schemas.microsoft.com/office/drawing/2014/main" id="{D8A03581-25B5-492D-8E65-C600744E0FBB}"/>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
            <a:extLst xmlns:a="http://schemas.openxmlformats.org/drawingml/2006/main">
              <a:ext uri="{FF2B5EF4-FFF2-40B4-BE49-F238E27FC236}">
                <a16:creationId xmlns:a16="http://schemas.microsoft.com/office/drawing/2014/main" id="{C9A6E937-095D-45BA-881A-64A4ADA2046E}"/>
              </a:ext>
            </a:extLst>
          </p:cNvPr>
          <p:cNvPicPr>
            <a:picLocks xmlns:a="http://schemas.openxmlformats.org/drawingml/2006/main" noChangeAspect="1"/>
          </p:cNvPicPr>
          <p:nvPr/>
        </p:nvPicPr>
        <p:blipFill>
          <a:blip xmlns:r="http://schemas.openxmlformats.org/officeDocument/2006/relationships" xmlns:a="http://schemas.openxmlformats.org/drawingml/2006/main" r:embed="R147d82bce7434456"/>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3BC5CB9-8BFD-48C5-9449-E75A94EF1A5A}"/>
              </a:ext>
            </a:extLst>
          </p:cNvPr>
          <p:cNvPicPr>
            <a:picLocks xmlns:a="http://schemas.openxmlformats.org/drawingml/2006/main" noChangeAspect="1"/>
          </p:cNvPicPr>
          <p:nvPr/>
        </p:nvPicPr>
        <p:blipFill>
          <a:blip xmlns:r="http://schemas.openxmlformats.org/officeDocument/2006/relationships" xmlns:a="http://schemas.openxmlformats.org/drawingml/2006/main" r:embed="R7f408b5269c843cd"/>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6CB935-7898-41A2-9AFF-7DA39CE56965}"/>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
            <a:extLst xmlns:a="http://schemas.openxmlformats.org/drawingml/2006/main">
              <a:ext uri="{FF2B5EF4-FFF2-40B4-BE49-F238E27FC236}">
                <a16:creationId xmlns:a16="http://schemas.microsoft.com/office/drawing/2014/main" id="{46B6C1BD-847E-4108-809E-3C53E473FEDA}"/>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
            <a:extLst xmlns:a="http://schemas.openxmlformats.org/drawingml/2006/main">
              <a:ext uri="{FF2B5EF4-FFF2-40B4-BE49-F238E27FC236}">
                <a16:creationId xmlns:a16="http://schemas.microsoft.com/office/drawing/2014/main" id="{C0A0E571-10A9-4F18-BD87-B9CC024D87CB}"/>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
            <a:extLst xmlns:a="http://schemas.openxmlformats.org/drawingml/2006/main">
              <a:ext uri="{FF2B5EF4-FFF2-40B4-BE49-F238E27FC236}">
                <a16:creationId xmlns:a16="http://schemas.microsoft.com/office/drawing/2014/main" id="{3F0177EB-32DE-485F-AEAD-DAAE34F1787E}"/>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1565944928"/>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E7943D-8633-4996-B3D1-94A5FFD94936}"/>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
            <a:extLst xmlns:a="http://schemas.openxmlformats.org/drawingml/2006/main">
              <a:ext uri="{FF2B5EF4-FFF2-40B4-BE49-F238E27FC236}">
                <a16:creationId xmlns:a16="http://schemas.microsoft.com/office/drawing/2014/main" id="{F85DEADE-B3EC-48B9-AE92-5CC8A41F42B3}"/>
              </a:ext>
            </a:extLst>
          </p:cNvPr>
          <p:cNvPicPr>
            <a:picLocks xmlns:a="http://schemas.openxmlformats.org/drawingml/2006/main" noChangeAspect="1"/>
          </p:cNvPicPr>
          <p:nvPr/>
        </p:nvPicPr>
        <p:blipFill>
          <a:blip xmlns:r="http://schemas.openxmlformats.org/officeDocument/2006/relationships" xmlns:a="http://schemas.openxmlformats.org/drawingml/2006/main" r:embed="Rc088e439f197489f"/>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44541E-D718-4279-9892-EC176DD7841E}"/>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
            <a:extLst xmlns:a="http://schemas.openxmlformats.org/drawingml/2006/main">
              <a:ext uri="{FF2B5EF4-FFF2-40B4-BE49-F238E27FC236}">
                <a16:creationId xmlns:a16="http://schemas.microsoft.com/office/drawing/2014/main" id="{E2BFC5A5-FDCD-417B-93D1-0D789894F6A5}"/>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lIns="114300" tIns="114300" rIns="114300" bIns="114300"/>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lIns="114300" tIns="114300" rIns="114300" bIns="114300"/>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lIns="114300" tIns="114300" rIns="114300" bIns="114300"/>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233C53A-ED90-4EF8-90E9-2EDDA39FA79D}"/>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
            <a:extLst xmlns:a="http://schemas.openxmlformats.org/drawingml/2006/main">
              <a:ext uri="{FF2B5EF4-FFF2-40B4-BE49-F238E27FC236}">
                <a16:creationId xmlns:a16="http://schemas.microsoft.com/office/drawing/2014/main" id="{B9052BAD-C39E-4EFE-9C15-D24774C9D1A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
            <a:extLst xmlns:a="http://schemas.openxmlformats.org/drawingml/2006/main">
              <a:ext uri="{FF2B5EF4-FFF2-40B4-BE49-F238E27FC236}">
                <a16:creationId xmlns:a16="http://schemas.microsoft.com/office/drawing/2014/main" id="{F1D61520-7B40-4F5C-A07C-FFD933605F8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1853942082"/>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79A3A6-732C-406A-90E7-65D4B9C106A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
            <a:extLst xmlns:a="http://schemas.openxmlformats.org/drawingml/2006/main">
              <a:ext uri="{FF2B5EF4-FFF2-40B4-BE49-F238E27FC236}">
                <a16:creationId xmlns:a16="http://schemas.microsoft.com/office/drawing/2014/main" id="{1E7D6044-0FA8-44BE-B527-BC84FB83ACB4}"/>
              </a:ext>
            </a:extLst>
          </p:cNvPr>
          <p:cNvSpPr>
            <a:spLocks xmlns:a="http://schemas.openxmlformats.org/drawingml/2006/main" noGrp="1"/>
          </p:cNvSpPr>
          <p:nvPr/>
        </p:nvSpPr>
        <p:spPr>
          <a:xfrm xmlns:a="http://schemas.openxmlformats.org/drawingml/2006/main">
            <a:off x="609600" y="1381125"/>
            <a:ext cx="561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기존 수집 검증: 냉장고를 부탁해</a:t>
            </a:r>
          </a:p>
        </p:txBody>
      </p:sp>
      <p:graphicFrame>
        <p:nvGraphicFramePr>
          <p:cNvPr id="3" name="">
            <a:extLst xmlns:a="http://schemas.openxmlformats.org/drawingml/2006/main">
              <a:ext uri="{FF2B5EF4-FFF2-40B4-BE49-F238E27FC236}">
                <a16:creationId xmlns:a16="http://schemas.microsoft.com/office/drawing/2014/main" id="{FC5D23B4-AC90-4EBE-AC33-7A7DFD81B878}"/>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lIns="114300" tIns="114300" rIns="114300" bIns="114300"/>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lIns="114300" tIns="114300" rIns="114300" bIns="114300"/>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094CE1-5520-4266-87EA-7C841027DFBE}"/>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포핸즈: 동일 작품의 위키 문서 보완</a:t>
            </a:r>
          </a:p>
        </p:txBody>
      </p:sp>
      <p:sp>
        <p:nvSpPr>
          <p:cNvPr id="5" name="">
            <a:extLst xmlns:a="http://schemas.openxmlformats.org/drawingml/2006/main">
              <a:ext uri="{FF2B5EF4-FFF2-40B4-BE49-F238E27FC236}">
                <a16:creationId xmlns:a16="http://schemas.microsoft.com/office/drawing/2014/main" id="{93767E5C-98E2-452F-9A54-5694FEFEB76A}"/>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
            <a:extLst xmlns:a="http://schemas.openxmlformats.org/drawingml/2006/main">
              <a:ext uri="{FF2B5EF4-FFF2-40B4-BE49-F238E27FC236}">
                <a16:creationId xmlns:a16="http://schemas.microsoft.com/office/drawing/2014/main" id="{4C26AE9D-398B-44CC-99A5-940ECAA450F7}"/>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
            <a:extLst xmlns:a="http://schemas.openxmlformats.org/drawingml/2006/main">
              <a:ext uri="{FF2B5EF4-FFF2-40B4-BE49-F238E27FC236}">
                <a16:creationId xmlns:a16="http://schemas.microsoft.com/office/drawing/2014/main" id="{4C736AA1-4ECA-4A17-A471-5EF7343E7C6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
            <a:extLst xmlns:a="http://schemas.openxmlformats.org/drawingml/2006/main">
              <a:ext uri="{FF2B5EF4-FFF2-40B4-BE49-F238E27FC236}">
                <a16:creationId xmlns:a16="http://schemas.microsoft.com/office/drawing/2014/main" id="{6AC67194-882C-4D31-9ECC-D5C89AEC000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BB2AF2-3A88-4D95-8B2D-888D3A69240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
            <a:extLst xmlns:a="http://schemas.openxmlformats.org/drawingml/2006/main">
              <a:ext uri="{FF2B5EF4-FFF2-40B4-BE49-F238E27FC236}">
                <a16:creationId xmlns:a16="http://schemas.microsoft.com/office/drawing/2014/main" id="{43B8734A-5BF1-4F01-82CC-72C97439DDB4}"/>
              </a:ext>
            </a:extLst>
          </p:cNvPr>
          <p:cNvPicPr>
            <a:picLocks xmlns:a="http://schemas.openxmlformats.org/drawingml/2006/main" noChangeAspect="1"/>
          </p:cNvPicPr>
          <p:nvPr/>
        </p:nvPicPr>
        <p:blipFill>
          <a:blip xmlns:r="http://schemas.openxmlformats.org/officeDocument/2006/relationships" xmlns:a="http://schemas.openxmlformats.org/drawingml/2006/main" r:embed="R90ba1620aa4943ca"/>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D7CDBC-100A-42D2-8025-61DAD069E370}"/>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
            <a:extLst xmlns:a="http://schemas.openxmlformats.org/drawingml/2006/main">
              <a:ext uri="{FF2B5EF4-FFF2-40B4-BE49-F238E27FC236}">
                <a16:creationId xmlns:a16="http://schemas.microsoft.com/office/drawing/2014/main" id="{05D76705-BBD6-4FBE-AD07-07DBC5FD7CE3}"/>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
            <a:extLst xmlns:a="http://schemas.openxmlformats.org/drawingml/2006/main">
              <a:ext uri="{FF2B5EF4-FFF2-40B4-BE49-F238E27FC236}">
                <a16:creationId xmlns:a16="http://schemas.microsoft.com/office/drawing/2014/main" id="{2E885A44-C179-4F58-AE9E-C69A3E9B5C28}"/>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
            <a:extLst xmlns:a="http://schemas.openxmlformats.org/drawingml/2006/main">
              <a:ext uri="{FF2B5EF4-FFF2-40B4-BE49-F238E27FC236}">
                <a16:creationId xmlns:a16="http://schemas.microsoft.com/office/drawing/2014/main" id="{4B55BF23-5C8C-48DC-832C-717FA840F54A}"/>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
            <a:extLst xmlns:a="http://schemas.openxmlformats.org/drawingml/2006/main">
              <a:ext uri="{FF2B5EF4-FFF2-40B4-BE49-F238E27FC236}">
                <a16:creationId xmlns:a16="http://schemas.microsoft.com/office/drawing/2014/main" id="{89B32BE2-F5D5-4CA2-A2FB-870E4E3B3AAC}"/>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6CD1DB-9B53-4202-A7D5-5E3C7E08B6DE}"/>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
            <a:extLst xmlns:a="http://schemas.openxmlformats.org/drawingml/2006/main">
              <a:ext uri="{FF2B5EF4-FFF2-40B4-BE49-F238E27FC236}">
                <a16:creationId xmlns:a16="http://schemas.microsoft.com/office/drawing/2014/main" id="{9FC04B13-E201-4D83-BAA4-FB539951B8FA}"/>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
            <a:extLst xmlns:a="http://schemas.openxmlformats.org/drawingml/2006/main">
              <a:ext uri="{FF2B5EF4-FFF2-40B4-BE49-F238E27FC236}">
                <a16:creationId xmlns:a16="http://schemas.microsoft.com/office/drawing/2014/main" id="{34F89BE8-DD61-444E-8EB8-53C64E635362}"/>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
            <a:extLst xmlns:a="http://schemas.openxmlformats.org/drawingml/2006/main">
              <a:ext uri="{FF2B5EF4-FFF2-40B4-BE49-F238E27FC236}">
                <a16:creationId xmlns:a16="http://schemas.microsoft.com/office/drawing/2014/main" id="{C45FCE9A-0FB5-476D-8651-ED8F064F19B1}"/>
              </a:ext>
            </a:extLst>
          </p:cNvPr>
          <p:cNvPicPr>
            <a:picLocks xmlns:a="http://schemas.openxmlformats.org/drawingml/2006/main" noChangeAspect="1"/>
          </p:cNvPicPr>
          <p:nvPr/>
        </p:nvPicPr>
        <p:blipFill>
          <a:blip xmlns:r="http://schemas.openxmlformats.org/officeDocument/2006/relationships" xmlns:a="http://schemas.openxmlformats.org/drawingml/2006/main" r:embed="Rdfdbd8b25f1742cc"/>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9910887-DBE1-4139-A5E0-B364238E9563}"/>
              </a:ext>
            </a:extLst>
          </p:cNvPr>
          <p:cNvPicPr>
            <a:picLocks xmlns:a="http://schemas.openxmlformats.org/drawingml/2006/main" noChangeAspect="1"/>
          </p:cNvPicPr>
          <p:nvPr/>
        </p:nvPicPr>
        <p:blipFill>
          <a:blip xmlns:r="http://schemas.openxmlformats.org/officeDocument/2006/relationships" xmlns:a="http://schemas.openxmlformats.org/drawingml/2006/main" r:embed="Rde6e136384e14df2"/>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F2A02D-42E0-45B5-8D1C-14C856D53203}"/>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
            <a:extLst xmlns:a="http://schemas.openxmlformats.org/drawingml/2006/main">
              <a:ext uri="{FF2B5EF4-FFF2-40B4-BE49-F238E27FC236}">
                <a16:creationId xmlns:a16="http://schemas.microsoft.com/office/drawing/2014/main" id="{663B74FC-2576-4EF9-8B94-75BE8EC918F3}"/>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
            <a:extLst xmlns:a="http://schemas.openxmlformats.org/drawingml/2006/main">
              <a:ext uri="{FF2B5EF4-FFF2-40B4-BE49-F238E27FC236}">
                <a16:creationId xmlns:a16="http://schemas.microsoft.com/office/drawing/2014/main" id="{74CDC87E-FFF2-4BC6-8686-6822AA05DE0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
            <a:extLst xmlns:a="http://schemas.openxmlformats.org/drawingml/2006/main">
              <a:ext uri="{FF2B5EF4-FFF2-40B4-BE49-F238E27FC236}">
                <a16:creationId xmlns:a16="http://schemas.microsoft.com/office/drawing/2014/main" id="{976C61A2-5214-45B2-8085-9DC4F734B6A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737920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2026-10-12T00:03:37.5700000Z</dcterms:created>
  <dcterms:modified xsi:type="dcterms:W3CDTF">2026-10-12T00:03:37.5700000Z</dcterms:modified>
</coreProperties>
</file>