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2ec2d0eabe4045" /><Relationship Type="http://schemas.openxmlformats.org/officeDocument/2006/relationships/extended-properties" Target="/docProps/app.xml" Id="R2b6ef25713b54f48" /><Relationship Type="http://schemas.openxmlformats.org/officeDocument/2006/relationships/officeDocument" Target="/ppt/presentation.xml" Id="R2b1600e2927b4845" /></Relationships>
</file>

<file path=ppt/presentation.xml><?xml version="1.0" encoding="utf-8"?>
<p:presentation xmlns:p="http://schemas.openxmlformats.org/presentationml/2006/main">
  <p:sldMasterIdLst>
    <p:sldMasterId xmlns:r="http://schemas.openxmlformats.org/officeDocument/2006/relationships" id="2147483648" r:id="R9b5e5c46b82e46f7"/>
  </p:sldMasterIdLst>
  <p:notesMasterIdLst>
    <p:notesMasterId xmlns:r="http://schemas.openxmlformats.org/officeDocument/2006/relationships" r:id="R04b5c6453ebf4d77"/>
  </p:notesMasterIdLst>
  <p:sldIdLst>
    <p:sldId xmlns:r="http://schemas.openxmlformats.org/officeDocument/2006/relationships" id="256" r:id="R381928e170b84994"/>
    <p:sldId xmlns:r="http://schemas.openxmlformats.org/officeDocument/2006/relationships" id="257" r:id="R4c5b658463f44a6f"/>
    <p:sldId xmlns:r="http://schemas.openxmlformats.org/officeDocument/2006/relationships" id="258" r:id="Ra39121661f5942c1"/>
    <p:sldId xmlns:r="http://schemas.openxmlformats.org/officeDocument/2006/relationships" id="259" r:id="Rb9a871bca620480d"/>
    <p:sldId xmlns:r="http://schemas.openxmlformats.org/officeDocument/2006/relationships" id="260" r:id="Rdb015783306e4c36"/>
    <p:sldId xmlns:r="http://schemas.openxmlformats.org/officeDocument/2006/relationships" id="261" r:id="Rb2ad29b2235549cd"/>
    <p:sldId xmlns:r="http://schemas.openxmlformats.org/officeDocument/2006/relationships" id="262" r:id="R718dcfcaf6684043"/>
    <p:sldId xmlns:r="http://schemas.openxmlformats.org/officeDocument/2006/relationships" id="263" r:id="R91a087c7e7284eaf"/>
    <p:sldId xmlns:r="http://schemas.openxmlformats.org/officeDocument/2006/relationships" id="264" r:id="Ra9bfecf3f2954692"/>
    <p:sldId xmlns:r="http://schemas.openxmlformats.org/officeDocument/2006/relationships" id="265" r:id="Rdb27c5b950504f4c"/>
    <p:sldId xmlns:r="http://schemas.openxmlformats.org/officeDocument/2006/relationships" id="266" r:id="R596ce22123244d00"/>
    <p:sldId xmlns:r="http://schemas.openxmlformats.org/officeDocument/2006/relationships" id="267" r:id="Rf2d4aa371c514bd3"/>
    <p:sldId xmlns:r="http://schemas.openxmlformats.org/officeDocument/2006/relationships" id="268" r:id="R436390a0546345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33fbed1fec431a" /><Relationship Type="http://schemas.openxmlformats.org/officeDocument/2006/relationships/slideMaster" Target="/ppt/slideMasters/slideMaster1.xml" Id="R9b5e5c46b82e46f7" /><Relationship Type="http://schemas.openxmlformats.org/officeDocument/2006/relationships/notesMaster" Target="/ppt/notesMasters/notesMaster1.xml" Id="R04b5c6453ebf4d77" /><Relationship Type="http://schemas.openxmlformats.org/officeDocument/2006/relationships/presProps" Target="/ppt/presProps.xml" Id="R3d3da1ea495e4379" /><Relationship Type="http://schemas.openxmlformats.org/officeDocument/2006/relationships/tableStyles" Target="/ppt/tableStyles.xml" Id="R159eee9a750e4c4a" /><Relationship Type="http://schemas.openxmlformats.org/officeDocument/2006/relationships/slide" Target="/ppt/slides/slide1.xml" Id="R381928e170b84994" /><Relationship Type="http://schemas.openxmlformats.org/officeDocument/2006/relationships/slide" Target="/ppt/slides/slide2.xml" Id="R4c5b658463f44a6f" /><Relationship Type="http://schemas.openxmlformats.org/officeDocument/2006/relationships/slide" Target="/ppt/slides/slide3.xml" Id="Ra39121661f5942c1" /><Relationship Type="http://schemas.openxmlformats.org/officeDocument/2006/relationships/slide" Target="/ppt/slides/slide4.xml" Id="Rb9a871bca620480d" /><Relationship Type="http://schemas.openxmlformats.org/officeDocument/2006/relationships/slide" Target="/ppt/slides/slide5.xml" Id="Rdb015783306e4c36" /><Relationship Type="http://schemas.openxmlformats.org/officeDocument/2006/relationships/slide" Target="/ppt/slides/slide6.xml" Id="Rb2ad29b2235549cd" /><Relationship Type="http://schemas.openxmlformats.org/officeDocument/2006/relationships/slide" Target="/ppt/slides/slide7.xml" Id="R718dcfcaf6684043" /><Relationship Type="http://schemas.openxmlformats.org/officeDocument/2006/relationships/slide" Target="/ppt/slides/slide8.xml" Id="R91a087c7e7284eaf" /><Relationship Type="http://schemas.openxmlformats.org/officeDocument/2006/relationships/slide" Target="/ppt/slides/slide9.xml" Id="Ra9bfecf3f2954692" /><Relationship Type="http://schemas.openxmlformats.org/officeDocument/2006/relationships/slide" Target="/ppt/slides/slide10.xml" Id="Rdb27c5b950504f4c" /><Relationship Type="http://schemas.openxmlformats.org/officeDocument/2006/relationships/slide" Target="/ppt/slides/slide11.xml" Id="R596ce22123244d00" /><Relationship Type="http://schemas.openxmlformats.org/officeDocument/2006/relationships/slide" Target="/ppt/slides/slide12.xml" Id="Rf2d4aa371c514bd3" /><Relationship Type="http://schemas.openxmlformats.org/officeDocument/2006/relationships/slide" Target="/ppt/slides/slide13.xml" Id="R436390a0546345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211855ea0a4d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7f4b9e354d47f9" /><Relationship Type="http://schemas.openxmlformats.org/officeDocument/2006/relationships/notesMaster" Target="/ppt/notesMasters/notesMaster1.xml" Id="Raf7f78bdc98f47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b349660bdd4a88" /><Relationship Type="http://schemas.openxmlformats.org/officeDocument/2006/relationships/notesMaster" Target="/ppt/notesMasters/notesMaster1.xml" Id="R46f0887524d74c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0e0151395a4e8a" /><Relationship Type="http://schemas.openxmlformats.org/officeDocument/2006/relationships/notesMaster" Target="/ppt/notesMasters/notesMaster1.xml" Id="R73ff2fe97d7c49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9c28738a534b31" /><Relationship Type="http://schemas.openxmlformats.org/officeDocument/2006/relationships/notesMaster" Target="/ppt/notesMasters/notesMaster1.xml" Id="R24e0df9c26cd4f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4628a4369945d5" /><Relationship Type="http://schemas.openxmlformats.org/officeDocument/2006/relationships/notesMaster" Target="/ppt/notesMasters/notesMaster1.xml" Id="R93c8359fbf7f4e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79e68259bd49ee" /><Relationship Type="http://schemas.openxmlformats.org/officeDocument/2006/relationships/notesMaster" Target="/ppt/notesMasters/notesMaster1.xml" Id="R62de76d2510e4d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785815e7f94ace" /><Relationship Type="http://schemas.openxmlformats.org/officeDocument/2006/relationships/notesMaster" Target="/ppt/notesMasters/notesMaster1.xml" Id="R5b0b7131f8ee45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0c303730a04fd2" /><Relationship Type="http://schemas.openxmlformats.org/officeDocument/2006/relationships/notesMaster" Target="/ppt/notesMasters/notesMaster1.xml" Id="Ra40e90b16fbd4f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6d81f7e1ee4291" /><Relationship Type="http://schemas.openxmlformats.org/officeDocument/2006/relationships/notesMaster" Target="/ppt/notesMasters/notesMaster1.xml" Id="Rdc3ca047744246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63586ce44242a7" /><Relationship Type="http://schemas.openxmlformats.org/officeDocument/2006/relationships/notesMaster" Target="/ppt/notesMasters/notesMaster1.xml" Id="Rac7e5dfa3bd448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65250de8444f14" /><Relationship Type="http://schemas.openxmlformats.org/officeDocument/2006/relationships/notesMaster" Target="/ppt/notesMasters/notesMaster1.xml" Id="R3967c0e7530a4b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d10453b88444c1" /><Relationship Type="http://schemas.openxmlformats.org/officeDocument/2006/relationships/notesMaster" Target="/ppt/notesMasters/notesMaster1.xml" Id="R436b955847c346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039f2a41a284932" /><Relationship Type="http://schemas.openxmlformats.org/officeDocument/2006/relationships/notesMaster" Target="/ppt/notesMasters/notesMaster1.xml" Id="R768b4f2cb5b948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화면: D:/MMLAB/projects/broadcast_web_crawler/reports/1/tving_drama1.png</a:t>
            </a:r>
          </a:p>
          <a:p xmlns:a="http://schemas.openxmlformats.org/drawingml/2006/main">
            <a:r>
              <a:t>원문: https://www.tving.com/more/genre/PCA</a:t>
            </a:r>
          </a:p>
          <a:p xmlns:a="http://schemas.openxmlformats.org/drawingml/2006/main">
            <a:r>
              <a:t>실제 집계: D:/MMLAB/projects/broadcast_web_crawler/data/tving/20261007_210908_251349_드라마_전체/collection-report.json</a:t>
            </a:r>
          </a:p>
          <a:p xmlns:a="http://schemas.openxmlformats.org/drawingml/2006/main">
            <a:r>
              <a:t>2026-10-07 저장 배치의 성공 작품 20, 수집 회차 341, 시놉시스 있는 회차 341. 화면 캡처의 작품 순서는 해당 과거 배치 순서를 증명하지 않습니다. 작품별 전체 시즌의 완전성을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수집 근거: D:/MMLAB/projects/broadcast_web_crawler/data/namuwiki/20261008_144044_283930_나무위키_냉장고를 부탁해/contents.json</a:t>
            </a:r>
          </a:p>
          <a:p xmlns:a="http://schemas.openxmlformats.org/drawingml/2006/main">
            <a:r>
              <a:t>위키 포핸즈 URL: https://namu.wiki/w/%ED%8F%AC%ED%95%B8%EC%A6%88</a:t>
            </a:r>
          </a:p>
          <a:p xmlns:a="http://schemas.openxmlformats.org/drawingml/2006/main">
            <a:r>
              <a:t>포핸즈 본문 및 하위 문서 존재는 사용자 직접 확인 근거입니다. 도구 조회는 실패했으므로 구체적 하위 문서 목록이나 수집 결과는 검증 완료로 제시하지 않습니다. 현재 namuwiki.py는 관련 문서 링크 저장까지 지원하며 선택 문서 추가 수집 UI는 후속 구현입니다. 폴더 reports/1에는 나무위키 캡처가 없습니다. 냉장고를 부탁해의 254회는 시즌 1 정보이고 episodes 배열은 비어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3b21928bbf4c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a12962100847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9f927ea43940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6cca8c0fbd42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e11ccce1ad4d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fa4737f9934d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bea81080044943" /><Relationship Type="http://schemas.openxmlformats.org/officeDocument/2006/relationships/slideLayout" Target="/ppt/slideLayouts/slideLayout1.xml" Id="Rede5be47928349fc" /><Relationship Type="http://schemas.openxmlformats.org/officeDocument/2006/relationships/slideLayout" Target="/ppt/slideLayouts/slideLayout2.xml" Id="R89992fcef41142cf" /><Relationship Type="http://schemas.openxmlformats.org/officeDocument/2006/relationships/slideLayout" Target="/ppt/slideLayouts/slideLayout3.xml" Id="Rea82c3615d1443ce" /><Relationship Type="http://schemas.openxmlformats.org/officeDocument/2006/relationships/slideLayout" Target="/ppt/slideLayouts/slideLayout4.xml" Id="R210d0e6b6fd1449f" /><Relationship Type="http://schemas.openxmlformats.org/officeDocument/2006/relationships/slideLayout" Target="/ppt/slideLayouts/slideLayout5.xml" Id="R2aa649f22f8d4628" /><Relationship Type="http://schemas.openxmlformats.org/officeDocument/2006/relationships/slideLayout" Target="/ppt/slideLayouts/slideLayout6.xml" Id="Rbe2559ffcd3948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e5be47928349fc"/>
    <p:sldLayoutId xmlns:r="http://schemas.openxmlformats.org/officeDocument/2006/relationships" id="2147483650" r:id="R89992fcef41142cf"/>
    <p:sldLayoutId xmlns:r="http://schemas.openxmlformats.org/officeDocument/2006/relationships" id="2147483651" r:id="Rea82c3615d1443ce"/>
    <p:sldLayoutId xmlns:r="http://schemas.openxmlformats.org/officeDocument/2006/relationships" id="2147483652" r:id="R210d0e6b6fd1449f"/>
    <p:sldLayoutId xmlns:r="http://schemas.openxmlformats.org/officeDocument/2006/relationships" id="2147483653" r:id="R2aa649f22f8d4628"/>
    <p:sldLayoutId xmlns:r="http://schemas.openxmlformats.org/officeDocument/2006/relationships" id="2147483654" r:id="Rbe2559ffcd3948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3e2866fd934be0" /><Relationship Type="http://schemas.openxmlformats.org/officeDocument/2006/relationships/notesSlide" Target="/ppt/notesSlides/notesSlide1.xml" Id="R4a347d98acbd41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5faaddd430840d1" /><Relationship Type="http://schemas.openxmlformats.org/officeDocument/2006/relationships/notesSlide" Target="/ppt/notesSlides/notesSlide2.xml" Id="R29430dc798d04b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50c898e24046e2" /><Relationship Type="http://schemas.openxmlformats.org/officeDocument/2006/relationships/image" Target="/ppt/media/image.png" Id="Rf4bc2ef6a21d4c6e" /><Relationship Type="http://schemas.openxmlformats.org/officeDocument/2006/relationships/notesSlide" Target="/ppt/notesSlides/notesSlide3.xml" Id="R5bdfccf7455246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ec36235092849be" /><Relationship Type="http://schemas.openxmlformats.org/officeDocument/2006/relationships/image" Target="/ppt/media/image2.png" Id="R74df2af900b94cef" /><Relationship Type="http://schemas.openxmlformats.org/officeDocument/2006/relationships/image" Target="/ppt/media/image3.png" Id="R602d284af2e44395" /><Relationship Type="http://schemas.openxmlformats.org/officeDocument/2006/relationships/notesSlide" Target="/ppt/notesSlides/notesSlide4.xml" Id="R007a1da420014d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c6160e60bb4c35" /><Relationship Type="http://schemas.openxmlformats.org/officeDocument/2006/relationships/image" Target="/ppt/media/image4.png" Id="R5c027559d6264676" /><Relationship Type="http://schemas.openxmlformats.org/officeDocument/2006/relationships/notesSlide" Target="/ppt/notesSlides/notesSlide5.xml" Id="Rc3b23fb6678c46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5696b2b5e04c1e" /><Relationship Type="http://schemas.openxmlformats.org/officeDocument/2006/relationships/image" Target="/ppt/media/image5.png" Id="Rad1d48eb694346fb" /><Relationship Type="http://schemas.openxmlformats.org/officeDocument/2006/relationships/notesSlide" Target="/ppt/notesSlides/notesSlide6.xml" Id="R8752dcb8f9fe4b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b8f72afc36249e0" /><Relationship Type="http://schemas.openxmlformats.org/officeDocument/2006/relationships/image" Target="/ppt/media/image6.png" Id="R9b7a2fb77eac490f" /><Relationship Type="http://schemas.openxmlformats.org/officeDocument/2006/relationships/notesSlide" Target="/ppt/notesSlides/notesSlide7.xml" Id="R5939b172ee2640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7b9e0f35d14e17" /><Relationship Type="http://schemas.openxmlformats.org/officeDocument/2006/relationships/image" Target="/ppt/media/image7.png" Id="R34cf6ec098f44a8a" /><Relationship Type="http://schemas.openxmlformats.org/officeDocument/2006/relationships/notesSlide" Target="/ppt/notesSlides/notesSlide8.xml" Id="R5b30d862b97b41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8908aa1a5e14dfb" /><Relationship Type="http://schemas.openxmlformats.org/officeDocument/2006/relationships/image" Target="/ppt/media/image8.png" Id="Rf054b32c44a64e27" /><Relationship Type="http://schemas.openxmlformats.org/officeDocument/2006/relationships/image" Target="/ppt/media/image9.png" Id="R89b1336aa2cf4e4b" /><Relationship Type="http://schemas.openxmlformats.org/officeDocument/2006/relationships/notesSlide" Target="/ppt/notesSlides/notesSlide9.xml" Id="Rc6161a0d53a34c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c0f139e90094126" /><Relationship Type="http://schemas.openxmlformats.org/officeDocument/2006/relationships/image" Target="/ppt/media/image10.png" Id="R36e8d85e60fe445a" /><Relationship Type="http://schemas.openxmlformats.org/officeDocument/2006/relationships/notesSlide" Target="/ppt/notesSlides/notesSlide10.xml" Id="R76ee002a54ef42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39dc6cecbef46ca" /><Relationship Type="http://schemas.openxmlformats.org/officeDocument/2006/relationships/notesSlide" Target="/ppt/notesSlides/notesSlide11.xml" Id="R6e22981861b041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c74247e2b324941" /><Relationship Type="http://schemas.openxmlformats.org/officeDocument/2006/relationships/image" Target="/ppt/media/image11.png" Id="R64f3b7b557964cda" /><Relationship Type="http://schemas.openxmlformats.org/officeDocument/2006/relationships/notesSlide" Target="/ppt/notesSlides/notesSlide12.xml" Id="R1c8b42f3f1c44b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629f85af3194598" /><Relationship Type="http://schemas.openxmlformats.org/officeDocument/2006/relationships/image" Target="/ppt/media/image12.png" Id="Rf32af9ee1e434afe" /><Relationship Type="http://schemas.openxmlformats.org/officeDocument/2006/relationships/image" Target="/ppt/media/image13.png" Id="Rc12bb4a30d764662" /><Relationship Type="http://schemas.openxmlformats.org/officeDocument/2006/relationships/notesSlide" Target="/ppt/notesSlides/notesSlide13.xml" Id="Rffb13c5a620f4c5d"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
            <a:extLst xmlns:a="http://schemas.openxmlformats.org/drawingml/2006/main">
              <a:ext uri="{FF2B5EF4-FFF2-40B4-BE49-F238E27FC236}">
                <a16:creationId xmlns:a16="http://schemas.microsoft.com/office/drawing/2014/main" id="{4B88BD86-EBFE-496B-B604-0451E72E7777}"/>
              </a:ext>
            </a:extLst>
          </p:cNvPr>
          <p:cNvGraphicFramePr/>
          <p:nvPr/>
        </p:nvGraphicFramePr>
        <p:xfrm>
          <a:off xmlns:a="http://schemas.openxmlformats.org/drawingml/2006/main" x="609600" y="1952625"/>
          <a:ext xmlns:a="http://schemas.openxmlformats.org/drawingml/2006/main" cx="10972800" cy="2381250"/>
        </p:xfrm>
        <a:graphic xmlns:a="http://schemas.openxmlformats.org/drawingml/2006/main">
          <a:graphicData uri="http://schemas.openxmlformats.org/drawingml/2006/table">
            <a:tbl>
              <a:tblPr/>
              <a:tblGrid>
                <a:gridCol w="5619750"/>
                <a:gridCol w="5353050"/>
              </a:tblGrid>
              <a:tr h="595313">
                <a:tc>
                  <a:txBody>
                    <a:bodyPr lIns="114300" tIns="114300" rIns="114300" bIns="114300"/>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lIns="114300" tIns="114300" rIns="114300" bIns="114300"/>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lIns="114300" tIns="114300" rIns="114300" bIns="114300"/>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lIns="114300" tIns="114300" rIns="114300" bIns="114300"/>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lIns="114300" tIns="114300" rIns="114300" bIns="114300"/>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ACC2ED-ED7E-4261-B13E-C05F73BC197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
            <a:extLst xmlns:a="http://schemas.openxmlformats.org/drawingml/2006/main">
              <a:ext uri="{FF2B5EF4-FFF2-40B4-BE49-F238E27FC236}">
                <a16:creationId xmlns:a16="http://schemas.microsoft.com/office/drawing/2014/main" id="{9E3788CE-176E-4018-81F6-CB06D773DF01}"/>
              </a:ext>
            </a:extLst>
          </p:cNvPr>
          <p:cNvPicPr>
            <a:picLocks xmlns:a="http://schemas.openxmlformats.org/drawingml/2006/main" noChangeAspect="1"/>
          </p:cNvPicPr>
          <p:nvPr/>
        </p:nvPicPr>
        <p:blipFill>
          <a:blip xmlns:r="http://schemas.openxmlformats.org/officeDocument/2006/relationships" xmlns:a="http://schemas.openxmlformats.org/drawingml/2006/main" r:embed="Rf4bc2ef6a21d4c6e"/>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3179758-BC52-4BAB-AD6D-76C0238B9908}"/>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
            <a:extLst xmlns:a="http://schemas.openxmlformats.org/drawingml/2006/main">
              <a:ext uri="{FF2B5EF4-FFF2-40B4-BE49-F238E27FC236}">
                <a16:creationId xmlns:a16="http://schemas.microsoft.com/office/drawing/2014/main" id="{35DDA79D-2ABB-4974-BBA0-152158A8515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
            <a:extLst xmlns:a="http://schemas.openxmlformats.org/drawingml/2006/main">
              <a:ext uri="{FF2B5EF4-FFF2-40B4-BE49-F238E27FC236}">
                <a16:creationId xmlns:a16="http://schemas.microsoft.com/office/drawing/2014/main" id="{477BDD1E-BC0C-4B3C-B99C-9F52AE318B3A}"/>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
            <a:extLst xmlns:a="http://schemas.openxmlformats.org/drawingml/2006/main">
              <a:ext uri="{FF2B5EF4-FFF2-40B4-BE49-F238E27FC236}">
                <a16:creationId xmlns:a16="http://schemas.microsoft.com/office/drawing/2014/main" id="{9E8B5E26-C48F-4D88-A53B-0D7B06E2611B}"/>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r>
              <a:t/>
            </a:r>
          </a:p>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
            <a:extLst xmlns:a="http://schemas.openxmlformats.org/drawingml/2006/main">
              <a:ext uri="{FF2B5EF4-FFF2-40B4-BE49-F238E27FC236}">
                <a16:creationId xmlns:a16="http://schemas.microsoft.com/office/drawing/2014/main" id="{1FB329E2-8051-4299-AA60-4B022BB49AF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
            <a:extLst xmlns:a="http://schemas.openxmlformats.org/drawingml/2006/main">
              <a:ext uri="{FF2B5EF4-FFF2-40B4-BE49-F238E27FC236}">
                <a16:creationId xmlns:a16="http://schemas.microsoft.com/office/drawing/2014/main" id="{3B8DACA9-5AFB-49E1-862E-01B91EAF491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DCF6B4-FB81-4151-ACA6-4D5348C0892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
            <a:extLst xmlns:a="http://schemas.openxmlformats.org/drawingml/2006/main">
              <a:ext uri="{FF2B5EF4-FFF2-40B4-BE49-F238E27FC236}">
                <a16:creationId xmlns:a16="http://schemas.microsoft.com/office/drawing/2014/main" id="{830617A6-8D35-4A01-B9E6-29614F1227ED}"/>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
            <a:extLst xmlns:a="http://schemas.openxmlformats.org/drawingml/2006/main">
              <a:ext uri="{FF2B5EF4-FFF2-40B4-BE49-F238E27FC236}">
                <a16:creationId xmlns:a16="http://schemas.microsoft.com/office/drawing/2014/main" id="{974CE915-197D-4DCE-904C-1253E6973F15}"/>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
            <a:extLst xmlns:a="http://schemas.openxmlformats.org/drawingml/2006/main">
              <a:ext uri="{FF2B5EF4-FFF2-40B4-BE49-F238E27FC236}">
                <a16:creationId xmlns:a16="http://schemas.microsoft.com/office/drawing/2014/main" id="{C84996A7-EBB7-4E20-BFFE-BFD153FFF670}"/>
              </a:ext>
            </a:extLst>
          </p:cNvPr>
          <p:cNvPicPr>
            <a:picLocks xmlns:a="http://schemas.openxmlformats.org/drawingml/2006/main" noChangeAspect="1"/>
          </p:cNvPicPr>
          <p:nvPr/>
        </p:nvPicPr>
        <p:blipFill>
          <a:blip xmlns:r="http://schemas.openxmlformats.org/officeDocument/2006/relationships" xmlns:a="http://schemas.openxmlformats.org/drawingml/2006/main" r:embed="R74df2af900b94cef"/>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1B83ADD-197D-4DA0-86D2-CEB16CF98E6F}"/>
              </a:ext>
            </a:extLst>
          </p:cNvPr>
          <p:cNvPicPr>
            <a:picLocks xmlns:a="http://schemas.openxmlformats.org/drawingml/2006/main" noChangeAspect="1"/>
          </p:cNvPicPr>
          <p:nvPr/>
        </p:nvPicPr>
        <p:blipFill>
          <a:blip xmlns:r="http://schemas.openxmlformats.org/officeDocument/2006/relationships" xmlns:a="http://schemas.openxmlformats.org/drawingml/2006/main" r:embed="R602d284af2e44395"/>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67D30A7-A84C-4A86-8668-C1DD8D7AA539}"/>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
            <a:extLst xmlns:a="http://schemas.openxmlformats.org/drawingml/2006/main">
              <a:ext uri="{FF2B5EF4-FFF2-40B4-BE49-F238E27FC236}">
                <a16:creationId xmlns:a16="http://schemas.microsoft.com/office/drawing/2014/main" id="{28C86C62-A240-4FD3-BE5A-BECC574A4BD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
            <a:extLst xmlns:a="http://schemas.openxmlformats.org/drawingml/2006/main">
              <a:ext uri="{FF2B5EF4-FFF2-40B4-BE49-F238E27FC236}">
                <a16:creationId xmlns:a16="http://schemas.microsoft.com/office/drawing/2014/main" id="{12E78895-C102-4D2D-95A4-3051604E450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E72042-D7E3-4864-BE56-F4E820ED05E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포핸즈 기본 정보와 등장인물 설명</a:t>
            </a:r>
          </a:p>
        </p:txBody>
      </p:sp>
      <p:pic>
        <p:nvPicPr>
          <p:cNvPr id="2" name="">
            <a:extLst xmlns:a="http://schemas.openxmlformats.org/drawingml/2006/main">
              <a:ext uri="{FF2B5EF4-FFF2-40B4-BE49-F238E27FC236}">
                <a16:creationId xmlns:a16="http://schemas.microsoft.com/office/drawing/2014/main" id="{CC078E29-34CE-4924-9364-3BFF2585627B}"/>
              </a:ext>
            </a:extLst>
          </p:cNvPr>
          <p:cNvPicPr>
            <a:picLocks xmlns:a="http://schemas.openxmlformats.org/drawingml/2006/main" noChangeAspect="1"/>
          </p:cNvPicPr>
          <p:nvPr/>
        </p:nvPicPr>
        <p:blipFill>
          <a:blip xmlns:r="http://schemas.openxmlformats.org/officeDocument/2006/relationships" xmlns:a="http://schemas.openxmlformats.org/drawingml/2006/main" r:embed="R5c027559d6264676"/>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
            <a:extLst xmlns:a="http://schemas.openxmlformats.org/drawingml/2006/main">
              <a:ext uri="{FF2B5EF4-FFF2-40B4-BE49-F238E27FC236}">
                <a16:creationId xmlns:a16="http://schemas.microsoft.com/office/drawing/2014/main" id="{D8EB7D5E-5F4A-4CA2-A885-BA11F9774ACA}"/>
              </a:ext>
            </a:extLst>
          </p:cNvPr>
          <p:cNvGraphicFramePr/>
          <p:nvPr/>
        </p:nvGraphicFramePr>
        <p:xfrm>
          <a:off xmlns:a="http://schemas.openxmlformats.org/drawingml/2006/main" x="4724400" y="1438275"/>
          <a:ext xmlns:a="http://schemas.openxmlformats.org/drawingml/2006/main" cx="6858000" cy="3381375"/>
        </p:xfrm>
        <a:graphic xmlns:a="http://schemas.openxmlformats.org/drawingml/2006/main">
          <a:graphicData uri="http://schemas.openxmlformats.org/drawingml/2006/table">
            <a:tbl>
              <a:tblPr/>
              <a:tblGrid>
                <a:gridCol w="1666875"/>
                <a:gridCol w="5191125"/>
              </a:tblGrid>
              <a:tr h="563563">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확보한 정보</a:t>
                      </a:r>
                    </a:p>
                  </a:txBody>
                  <a:tcPr marL="91440" marR="91440" marT="45720" marB="45720" anchor="ctr">
                    <a:solidFill>
                      <a:srgbClr val="EEEBF7"/>
                    </a:solidFill>
                  </a:tcPr>
                </a:tc>
              </a:tr>
              <a:tr h="563563">
                <a:tc>
                  <a:txBody>
                    <a:bodyPr lIns="114300" tIns="114300" rIns="114300" bIns="114300"/>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포핸즈, tvN, 12회, 15세 이상</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각 인물의 상세 설명</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3107228-6E9A-45FC-8799-BCCD4DBF8844}"/>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프로그램 소개와 인물 설명을 구조화된 JSON으로 저장</a:t>
            </a:r>
          </a:p>
        </p:txBody>
      </p:sp>
      <p:sp>
        <p:nvSpPr>
          <p:cNvPr id="5" name="">
            <a:extLst xmlns:a="http://schemas.openxmlformats.org/drawingml/2006/main">
              <a:ext uri="{FF2B5EF4-FFF2-40B4-BE49-F238E27FC236}">
                <a16:creationId xmlns:a16="http://schemas.microsoft.com/office/drawing/2014/main" id="{2C3A6030-0FA0-4D26-9318-26F39D0FE95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CJ ENM API 실측: 2026.10.12 / 두 응답에는 회차별 시놉시스 없음</a:t>
            </a:r>
          </a:p>
        </p:txBody>
      </p:sp>
      <p:sp>
        <p:nvSpPr>
          <p:cNvPr id="6" name="">
            <a:extLst xmlns:a="http://schemas.openxmlformats.org/drawingml/2006/main">
              <a:ext uri="{FF2B5EF4-FFF2-40B4-BE49-F238E27FC236}">
                <a16:creationId xmlns:a16="http://schemas.microsoft.com/office/drawing/2014/main" id="{99446A49-A0F4-4CAF-AE05-D01797387AE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84728214"/>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D4117B-DA49-48FB-ADF1-9C1461D2B38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API: 쿠키·인증 없이 직접 조회 성공</a:t>
            </a:r>
          </a:p>
        </p:txBody>
      </p:sp>
      <p:pic>
        <p:nvPicPr>
          <p:cNvPr id="2" name="">
            <a:extLst xmlns:a="http://schemas.openxmlformats.org/drawingml/2006/main">
              <a:ext uri="{FF2B5EF4-FFF2-40B4-BE49-F238E27FC236}">
                <a16:creationId xmlns:a16="http://schemas.microsoft.com/office/drawing/2014/main" id="{8BC7ED16-F363-4C72-8A47-1123427773FD}"/>
              </a:ext>
            </a:extLst>
          </p:cNvPr>
          <p:cNvPicPr>
            <a:picLocks xmlns:a="http://schemas.openxmlformats.org/drawingml/2006/main" noChangeAspect="1"/>
          </p:cNvPicPr>
          <p:nvPr/>
        </p:nvPicPr>
        <p:blipFill>
          <a:blip xmlns:r="http://schemas.openxmlformats.org/officeDocument/2006/relationships" xmlns:a="http://schemas.openxmlformats.org/drawingml/2006/main" r:embed="Rad1d48eb694346fb"/>
          <a:stretch xmlns:a="http://schemas.openxmlformats.org/drawingml/2006/main"/>
        </p:blipFill>
        <p:spPr>
          <a:xfrm xmlns:a="http://schemas.openxmlformats.org/drawingml/2006/main">
            <a:off x="1267691" y="1552575"/>
            <a:ext cx="3684443" cy="3524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5094C3A-DE27-447E-B9ED-66EFD5A81C25}"/>
              </a:ext>
            </a:extLst>
          </p:cNvPr>
          <p:cNvSpPr>
            <a:spLocks xmlns:a="http://schemas.openxmlformats.org/drawingml/2006/main" noGrp="1"/>
          </p:cNvSpPr>
          <p:nvPr/>
        </p:nvSpPr>
        <p:spPr>
          <a:xfrm xmlns:a="http://schemas.openxmlformats.org/drawingml/2006/main">
            <a:off x="6038850" y="1381125"/>
            <a:ext cx="5543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프로그램 정보 / 등장인물 정보</a:t>
            </a:r>
          </a:p>
        </p:txBody>
      </p:sp>
      <p:graphicFrame>
        <p:nvGraphicFramePr>
          <p:cNvPr id="4" name="">
            <a:extLst xmlns:a="http://schemas.openxmlformats.org/drawingml/2006/main">
              <a:ext uri="{FF2B5EF4-FFF2-40B4-BE49-F238E27FC236}">
                <a16:creationId xmlns:a16="http://schemas.microsoft.com/office/drawing/2014/main" id="{C4F43F92-C5EF-424D-AEF5-EAFD6972DEF1}"/>
              </a:ext>
            </a:extLst>
          </p:cNvPr>
          <p:cNvGraphicFramePr/>
          <p:nvPr/>
        </p:nvGraphicFramePr>
        <p:xfrm>
          <a:off xmlns:a="http://schemas.openxmlformats.org/drawingml/2006/main" x="6038850" y="2038350"/>
          <a:ext xmlns:a="http://schemas.openxmlformats.org/drawingml/2006/main" cx="5543550" cy="2857500"/>
        </p:xfrm>
        <a:graphic xmlns:a="http://schemas.openxmlformats.org/drawingml/2006/main">
          <a:graphicData uri="http://schemas.openxmlformats.org/drawingml/2006/table">
            <a:tbl>
              <a:tblPr/>
              <a:tblGrid>
                <a:gridCol w="2619375"/>
                <a:gridCol w="2924175"/>
              </a:tblGrid>
              <a:tr h="571500">
                <a:tc>
                  <a:txBody>
                    <a:bodyPr lIns="114300" tIns="114300" rIns="114300" bIns="114300"/>
                    <a:lstStyle/>
                    <a:p>
                      <a:r>
                        <a:rPr sz="1725" b="1">
                          <a:solidFill>
                            <a:srgbClr val="716095"/>
                          </a:solidFill>
                          <a:latin typeface="Malgun Gothic"/>
                          <a:ea typeface="Malgun Gothic"/>
                          <a:cs typeface="Malgun Gothic"/>
                        </a:rPr>
                        <a:t>검증 조건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두 API의 결과</a:t>
                      </a:r>
                    </a:p>
                  </a:txBody>
                  <a:tcPr marL="91440" marR="91440" marT="45720" marB="45720" anchor="ctr">
                    <a:solidFill>
                      <a:srgbClr val="EEEBF7"/>
                    </a:solidFill>
                  </a:tcPr>
                </a:tc>
              </a:tr>
              <a:tr h="571500">
                <a:tc>
                  <a:txBody>
                    <a:bodyPr lIns="114300" tIns="114300" rIns="114300" bIns="114300"/>
                    <a:lstStyle/>
                    <a:p>
                      <a:r>
                        <a:rPr sz="1725" b="0">
                          <a:solidFill>
                            <a:srgbClr val="303044"/>
                          </a:solidFill>
                          <a:latin typeface="Malgun Gothic"/>
                          <a:ea typeface="Malgun Gothic"/>
                          <a:cs typeface="Malgun Gothic"/>
                        </a:rPr>
                        <a:t>직접 HTTP 요청</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200 OK / resultCd 0000</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브라우저·로그인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사용하지 않음</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Cookie·Authorization</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사용하지 않음</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기존 응답 비교</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JSON 내용 동일</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056B699-F0E3-403D-914A-443581805B77}"/>
              </a:ext>
            </a:extLst>
          </p:cNvPr>
          <p:cNvSpPr>
            <a:spLocks xmlns:a="http://schemas.openxmlformats.org/drawingml/2006/main" noGrp="1"/>
          </p:cNvSpPr>
          <p:nvPr/>
        </p:nvSpPr>
        <p:spPr>
          <a:xfrm xmlns:a="http://schemas.openxmlformats.org/drawingml/2006/main">
            <a:off x="609600" y="5429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16095"/>
                </a:solidFill>
                <a:latin typeface="Malgun Gothic"/>
                <a:ea typeface="Malgun Gothic"/>
                <a:cs typeface="Malgun Gothic"/>
              </a:defRPr>
            </a:defPPr>
          </a:lstStyle>
          <a:p xmlns:a="http://schemas.openxmlformats.org/drawingml/2006/main">
            <a:pPr>
              <a:defRPr sz="2325" b="1">
                <a:solidFill>
                  <a:srgbClr val="716095"/>
                </a:solidFill>
                <a:latin typeface="Malgun Gothic"/>
                <a:ea typeface="Malgun Gothic"/>
                <a:cs typeface="Malgun Gothic"/>
              </a:defRPr>
            </a:pPr>
            <a:r>
              <a:rPr sz="2325" b="1">
                <a:solidFill>
                  <a:srgbClr val="716095"/>
                </a:solidFill>
                <a:latin typeface="Malgun Gothic"/>
                <a:ea typeface="Malgun Gothic"/>
                <a:cs typeface="Malgun Gothic"/>
              </a:rPr>
              <a:t>조회와 JSON 저장은 기술적으로 가능</a:t>
            </a:r>
          </a:p>
        </p:txBody>
      </p:sp>
      <p:sp>
        <p:nvSpPr>
          <p:cNvPr id="6" name="">
            <a:extLst xmlns:a="http://schemas.openxmlformats.org/drawingml/2006/main">
              <a:ext uri="{FF2B5EF4-FFF2-40B4-BE49-F238E27FC236}">
                <a16:creationId xmlns:a16="http://schemas.microsoft.com/office/drawing/2014/main" id="{D3575E07-5676-48E5-88B0-149EC94B1C4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검증 시각: 2026.10.12 08:56 KST / 검증 범위: 포핸즈의 두 API 요청</a:t>
            </a:r>
          </a:p>
        </p:txBody>
      </p:sp>
      <p:sp>
        <p:nvSpPr>
          <p:cNvPr id="7" name="">
            <a:extLst xmlns:a="http://schemas.openxmlformats.org/drawingml/2006/main">
              <a:ext uri="{FF2B5EF4-FFF2-40B4-BE49-F238E27FC236}">
                <a16:creationId xmlns:a16="http://schemas.microsoft.com/office/drawing/2014/main" id="{129F01D3-6DBD-443F-A271-5A4E15048CBA}"/>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1960288279"/>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031A1F-F67A-40CF-A65C-CA3B8184E8E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기술적 조회 가능성과 수집 정책</a:t>
            </a:r>
          </a:p>
        </p:txBody>
      </p:sp>
      <p:pic>
        <p:nvPicPr>
          <p:cNvPr id="2" name="">
            <a:extLst xmlns:a="http://schemas.openxmlformats.org/drawingml/2006/main">
              <a:ext uri="{FF2B5EF4-FFF2-40B4-BE49-F238E27FC236}">
                <a16:creationId xmlns:a16="http://schemas.microsoft.com/office/drawing/2014/main" id="{6214DA13-2BF6-4A83-BED1-A721119CD409}"/>
              </a:ext>
            </a:extLst>
          </p:cNvPr>
          <p:cNvPicPr>
            <a:picLocks xmlns:a="http://schemas.openxmlformats.org/drawingml/2006/main" noChangeAspect="1"/>
          </p:cNvPicPr>
          <p:nvPr/>
        </p:nvPicPr>
        <p:blipFill>
          <a:blip xmlns:r="http://schemas.openxmlformats.org/officeDocument/2006/relationships" xmlns:a="http://schemas.openxmlformats.org/drawingml/2006/main" r:embed="R9b7a2fb77eac490f"/>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B1C359-6A95-465F-8088-57AC318300A7}"/>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API 호스트의 robots.txt 실측</a:t>
            </a:r>
          </a:p>
        </p:txBody>
      </p:sp>
      <p:sp>
        <p:nvSpPr>
          <p:cNvPr id="4" name="">
            <a:extLst xmlns:a="http://schemas.openxmlformats.org/drawingml/2006/main">
              <a:ext uri="{FF2B5EF4-FFF2-40B4-BE49-F238E27FC236}">
                <a16:creationId xmlns:a16="http://schemas.microsoft.com/office/drawing/2014/main" id="{2D247BB1-A00F-4E99-AC3C-AED968759C19}"/>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
            <a:extLst xmlns:a="http://schemas.openxmlformats.org/drawingml/2006/main">
              <a:ext uri="{FF2B5EF4-FFF2-40B4-BE49-F238E27FC236}">
                <a16:creationId xmlns:a16="http://schemas.microsoft.com/office/drawing/2014/main" id="{39516780-DDB6-4011-AAB6-D3B5E91CAB18}"/>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직접 조회: 성공</a:t>
            </a:r>
          </a:p>
        </p:txBody>
      </p:sp>
      <p:sp>
        <p:nvSpPr>
          <p:cNvPr id="6" name="">
            <a:extLst xmlns:a="http://schemas.openxmlformats.org/drawingml/2006/main">
              <a:ext uri="{FF2B5EF4-FFF2-40B4-BE49-F238E27FC236}">
                <a16:creationId xmlns:a16="http://schemas.microsoft.com/office/drawing/2014/main" id="{67F50303-FB3E-47EE-B999-C46572DFF01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robots.txt가 이번 API 요청을 기술적으로 차단하지 않음</a:t>
            </a:r>
          </a:p>
        </p:txBody>
      </p:sp>
      <p:sp>
        <p:nvSpPr>
          <p:cNvPr id="7" name="">
            <a:extLst xmlns:a="http://schemas.openxmlformats.org/drawingml/2006/main">
              <a:ext uri="{FF2B5EF4-FFF2-40B4-BE49-F238E27FC236}">
                <a16:creationId xmlns:a16="http://schemas.microsoft.com/office/drawing/2014/main" id="{D2678C99-9537-497A-906A-FFDB1AE9AA43}"/>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정기·대량 수집 적용: 허용 범위 확인 후 결정</a:t>
            </a:r>
          </a:p>
        </p:txBody>
      </p:sp>
      <p:sp>
        <p:nvSpPr>
          <p:cNvPr id="8" name="">
            <a:extLst xmlns:a="http://schemas.openxmlformats.org/drawingml/2006/main">
              <a:ext uri="{FF2B5EF4-FFF2-40B4-BE49-F238E27FC236}">
                <a16:creationId xmlns:a16="http://schemas.microsoft.com/office/drawing/2014/main" id="{66D80350-DAA6-41A1-8521-36CC2EDC80C4}"/>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API 호스트는 일반 크롤러의 전체 경로 수집 제한 명시</a:t>
            </a:r>
          </a:p>
        </p:txBody>
      </p:sp>
      <p:sp>
        <p:nvSpPr>
          <p:cNvPr id="9" name="">
            <a:extLst xmlns:a="http://schemas.openxmlformats.org/drawingml/2006/main">
              <a:ext uri="{FF2B5EF4-FFF2-40B4-BE49-F238E27FC236}">
                <a16:creationId xmlns:a16="http://schemas.microsoft.com/office/drawing/2014/main" id="{5F73614D-F6F4-4F9F-AB60-A3AFA7B4FE9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메인 사이트 규칙 / 오른쪽: API 호스트 실측 / 조회 성공과 수집 허용은 구분</a:t>
            </a:r>
          </a:p>
        </p:txBody>
      </p:sp>
      <p:sp>
        <p:nvSpPr>
          <p:cNvPr id="10" name="">
            <a:extLst xmlns:a="http://schemas.openxmlformats.org/drawingml/2006/main">
              <a:ext uri="{FF2B5EF4-FFF2-40B4-BE49-F238E27FC236}">
                <a16:creationId xmlns:a16="http://schemas.microsoft.com/office/drawing/2014/main" id="{3D012AD1-2895-4C24-A6C8-1F01B1E21B0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330298906"/>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1F7316-6CCF-4245-A0A5-BE2D76C5BA9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같은 포핸즈의 회차 정보로 보완</a:t>
            </a:r>
          </a:p>
        </p:txBody>
      </p:sp>
      <p:pic>
        <p:nvPicPr>
          <p:cNvPr id="2" name="">
            <a:extLst xmlns:a="http://schemas.openxmlformats.org/drawingml/2006/main">
              <a:ext uri="{FF2B5EF4-FFF2-40B4-BE49-F238E27FC236}">
                <a16:creationId xmlns:a16="http://schemas.microsoft.com/office/drawing/2014/main" id="{D4D19A5F-E906-481B-B299-B097338489C7}"/>
              </a:ext>
            </a:extLst>
          </p:cNvPr>
          <p:cNvPicPr>
            <a:picLocks xmlns:a="http://schemas.openxmlformats.org/drawingml/2006/main" noChangeAspect="1"/>
          </p:cNvPicPr>
          <p:nvPr/>
        </p:nvPicPr>
        <p:blipFill>
          <a:blip xmlns:r="http://schemas.openxmlformats.org/officeDocument/2006/relationships" xmlns:a="http://schemas.openxmlformats.org/drawingml/2006/main" r:embed="R34cf6ec098f44a8a"/>
          <a:stretch xmlns:a="http://schemas.openxmlformats.org/drawingml/2006/main"/>
        </p:blipFill>
        <p:spPr>
          <a:xfrm xmlns:a="http://schemas.openxmlformats.org/drawingml/2006/main">
            <a:off x="2536785" y="1438275"/>
            <a:ext cx="7118430" cy="27432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1AF6185-ECCC-444C-B4BA-E0BC2763F689}"/>
              </a:ext>
            </a:extLst>
          </p:cNvPr>
          <p:cNvSpPr>
            <a:spLocks xmlns:a="http://schemas.openxmlformats.org/drawingml/2006/main" noGrp="1"/>
          </p:cNvSpPr>
          <p:nvPr/>
        </p:nvSpPr>
        <p:spPr>
          <a:xfrm xmlns:a="http://schemas.openxmlformats.org/drawingml/2006/main">
            <a:off x="609600" y="44291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12개 회차의 제목·시놉시스·방송일·재생 시간 저장</a:t>
            </a:r>
          </a:p>
        </p:txBody>
      </p:sp>
      <p:sp>
        <p:nvSpPr>
          <p:cNvPr id="4" name="">
            <a:extLst xmlns:a="http://schemas.openxmlformats.org/drawingml/2006/main">
              <a:ext uri="{FF2B5EF4-FFF2-40B4-BE49-F238E27FC236}">
                <a16:creationId xmlns:a16="http://schemas.microsoft.com/office/drawing/2014/main" id="{2E6C1581-00F7-477C-A706-8774560E1B29}"/>
              </a:ext>
            </a:extLst>
          </p:cNvPr>
          <p:cNvSpPr>
            <a:spLocks xmlns:a="http://schemas.openxmlformats.org/drawingml/2006/main" noGrp="1"/>
          </p:cNvSpPr>
          <p:nvPr/>
        </p:nvSpPr>
        <p:spPr>
          <a:xfrm xmlns:a="http://schemas.openxmlformats.org/drawingml/2006/main">
            <a:off x="609600" y="5038725"/>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03044"/>
                </a:solidFill>
                <a:latin typeface="Malgun Gothic"/>
                <a:ea typeface="Malgun Gothic"/>
                <a:cs typeface="Malgun Gothic"/>
              </a:defRPr>
            </a:defPPr>
          </a:lstStyle>
          <a:p xmlns:a="http://schemas.openxmlformats.org/drawingml/2006/main">
            <a:pPr>
              <a:defRPr sz="1800" b="1">
                <a:solidFill>
                  <a:srgbClr val="303044"/>
                </a:solidFill>
                <a:latin typeface="Malgun Gothic"/>
                <a:ea typeface="Malgun Gothic"/>
                <a:cs typeface="Malgun Gothic"/>
              </a:defRPr>
            </a:pPr>
            <a:r>
              <a:rPr sz="1800" b="1">
                <a:solidFill>
                  <a:srgbClr val="303044"/>
                </a:solidFill>
                <a:latin typeface="Malgun Gothic"/>
                <a:ea typeface="Malgun Gothic"/>
                <a:cs typeface="Malgun Gothic"/>
              </a:rPr>
              <a:t>2화 소개 예시</a:t>
            </a:r>
          </a:p>
        </p:txBody>
      </p:sp>
      <p:sp>
        <p:nvSpPr>
          <p:cNvPr id="5" name="">
            <a:extLst xmlns:a="http://schemas.openxmlformats.org/drawingml/2006/main">
              <a:ext uri="{FF2B5EF4-FFF2-40B4-BE49-F238E27FC236}">
                <a16:creationId xmlns:a16="http://schemas.microsoft.com/office/drawing/2014/main" id="{B26A3CE6-AE48-4C39-BB26-30110AF4DA6C}"/>
              </a:ext>
            </a:extLst>
          </p:cNvPr>
          <p:cNvSpPr>
            <a:spLocks xmlns:a="http://schemas.openxmlformats.org/drawingml/2006/main" noGrp="1"/>
          </p:cNvSpPr>
          <p:nvPr/>
        </p:nvSpPr>
        <p:spPr>
          <a:xfrm xmlns:a="http://schemas.openxmlformats.org/drawingml/2006/main">
            <a:off x="2809875" y="5038725"/>
            <a:ext cx="87725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비오는 정요를 의식적으로 멀리한다. 현수는 교습의 조건으로 정요와의 포핸즈를 내건다.</a:t>
            </a:r>
          </a:p>
        </p:txBody>
      </p:sp>
      <p:sp>
        <p:nvSpPr>
          <p:cNvPr id="6" name="">
            <a:extLst xmlns:a="http://schemas.openxmlformats.org/drawingml/2006/main">
              <a:ext uri="{FF2B5EF4-FFF2-40B4-BE49-F238E27FC236}">
                <a16:creationId xmlns:a16="http://schemas.microsoft.com/office/drawing/2014/main" id="{3A8A5C1B-EFED-4715-B88D-B58A174D4C62}"/>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CJ ENM 응답의 TVING URL로 연결 / 12개 회차 수집 근거: 2026.10.07 저장 JSON</a:t>
            </a:r>
          </a:p>
        </p:txBody>
      </p:sp>
      <p:sp>
        <p:nvSpPr>
          <p:cNvPr id="7" name="">
            <a:extLst xmlns:a="http://schemas.openxmlformats.org/drawingml/2006/main">
              <a:ext uri="{FF2B5EF4-FFF2-40B4-BE49-F238E27FC236}">
                <a16:creationId xmlns:a16="http://schemas.microsoft.com/office/drawing/2014/main" id="{6C15AA52-B143-418B-944E-41FB9E677477}"/>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97D76D-06A4-4DFE-80A7-50432B51CEE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API 응답: 회차별 필드 확인</a:t>
            </a:r>
          </a:p>
        </p:txBody>
      </p:sp>
      <p:sp>
        <p:nvSpPr>
          <p:cNvPr id="2" name="">
            <a:extLst xmlns:a="http://schemas.openxmlformats.org/drawingml/2006/main">
              <a:ext uri="{FF2B5EF4-FFF2-40B4-BE49-F238E27FC236}">
                <a16:creationId xmlns:a16="http://schemas.microsoft.com/office/drawing/2014/main" id="{C0FB8D23-9DCC-47C3-BFE4-8A85F52F9E1F}"/>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
            <a:extLst xmlns:a="http://schemas.openxmlformats.org/drawingml/2006/main">
              <a:ext uri="{FF2B5EF4-FFF2-40B4-BE49-F238E27FC236}">
                <a16:creationId xmlns:a16="http://schemas.microsoft.com/office/drawing/2014/main" id="{EB24943B-CFBE-410C-B87E-7D53572961F5}"/>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
            <a:extLst xmlns:a="http://schemas.openxmlformats.org/drawingml/2006/main">
              <a:ext uri="{FF2B5EF4-FFF2-40B4-BE49-F238E27FC236}">
                <a16:creationId xmlns:a16="http://schemas.microsoft.com/office/drawing/2014/main" id="{D35239A2-653D-4554-9E0D-2143B5B19005}"/>
              </a:ext>
            </a:extLst>
          </p:cNvPr>
          <p:cNvPicPr>
            <a:picLocks xmlns:a="http://schemas.openxmlformats.org/drawingml/2006/main" noChangeAspect="1"/>
          </p:cNvPicPr>
          <p:nvPr/>
        </p:nvPicPr>
        <p:blipFill>
          <a:blip xmlns:r="http://schemas.openxmlformats.org/officeDocument/2006/relationships" xmlns:a="http://schemas.openxmlformats.org/drawingml/2006/main" r:embed="Rf054b32c44a64e27"/>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DBC6253-BE78-4BFA-AF3E-E09DE6B29258}"/>
              </a:ext>
            </a:extLst>
          </p:cNvPr>
          <p:cNvPicPr>
            <a:picLocks xmlns:a="http://schemas.openxmlformats.org/drawingml/2006/main" noChangeAspect="1"/>
          </p:cNvPicPr>
          <p:nvPr/>
        </p:nvPicPr>
        <p:blipFill>
          <a:blip xmlns:r="http://schemas.openxmlformats.org/officeDocument/2006/relationships" xmlns:a="http://schemas.openxmlformats.org/drawingml/2006/main" r:embed="R89b1336aa2cf4e4b"/>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2E644CC-0F5C-4C74-876F-2205BB378A31}"/>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회차 번호 / 제목 / 방송일 / 시놉시스 / 재생 시간</a:t>
            </a:r>
          </a:p>
        </p:txBody>
      </p:sp>
      <p:sp>
        <p:nvSpPr>
          <p:cNvPr id="7" name="">
            <a:extLst xmlns:a="http://schemas.openxmlformats.org/drawingml/2006/main">
              <a:ext uri="{FF2B5EF4-FFF2-40B4-BE49-F238E27FC236}">
                <a16:creationId xmlns:a16="http://schemas.microsoft.com/office/drawing/2014/main" id="{799BB4ED-556F-4C9F-86C5-F797D5181E12}"/>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
            <a:extLst xmlns:a="http://schemas.openxmlformats.org/drawingml/2006/main">
              <a:ext uri="{FF2B5EF4-FFF2-40B4-BE49-F238E27FC236}">
                <a16:creationId xmlns:a16="http://schemas.microsoft.com/office/drawing/2014/main" id="{2EFC63EB-3106-4022-B168-83CE350006E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
            <a:extLst xmlns:a="http://schemas.openxmlformats.org/drawingml/2006/main">
              <a:ext uri="{FF2B5EF4-FFF2-40B4-BE49-F238E27FC236}">
                <a16:creationId xmlns:a16="http://schemas.microsoft.com/office/drawing/2014/main" id="{A8AA79C6-4831-402E-99D1-EDE2E1BC096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13242E-7B5A-42A8-8155-7D8CB79FB8F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드라마 전체: 상위 20개 수집 결과</a:t>
            </a:r>
          </a:p>
        </p:txBody>
      </p:sp>
      <p:pic>
        <p:nvPicPr>
          <p:cNvPr id="2" name="">
            <a:extLst xmlns:a="http://schemas.openxmlformats.org/drawingml/2006/main">
              <a:ext uri="{FF2B5EF4-FFF2-40B4-BE49-F238E27FC236}">
                <a16:creationId xmlns:a16="http://schemas.microsoft.com/office/drawing/2014/main" id="{30F31C77-490B-4A5D-8EB6-9DDA10740421}"/>
              </a:ext>
            </a:extLst>
          </p:cNvPr>
          <p:cNvPicPr>
            <a:picLocks xmlns:a="http://schemas.openxmlformats.org/drawingml/2006/main" noChangeAspect="1"/>
          </p:cNvPicPr>
          <p:nvPr/>
        </p:nvPicPr>
        <p:blipFill>
          <a:blip xmlns:r="http://schemas.openxmlformats.org/officeDocument/2006/relationships" xmlns:a="http://schemas.openxmlformats.org/drawingml/2006/main" r:embed="R36e8d85e60fe445a"/>
          <a:stretch xmlns:a="http://schemas.openxmlformats.org/drawingml/2006/main"/>
        </p:blipFill>
        <p:spPr>
          <a:xfrm xmlns:a="http://schemas.openxmlformats.org/drawingml/2006/main">
            <a:off x="609600" y="2089717"/>
            <a:ext cx="6715125" cy="297384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0AB690E-6EAD-43DA-9165-74C1A4B30088}"/>
              </a:ext>
            </a:extLst>
          </p:cNvPr>
          <p:cNvSpPr>
            <a:spLocks xmlns:a="http://schemas.openxmlformats.org/drawingml/2006/main" noGrp="1"/>
          </p:cNvSpPr>
          <p:nvPr/>
        </p:nvSpPr>
        <p:spPr>
          <a:xfrm xmlns:a="http://schemas.openxmlformats.org/drawingml/2006/main">
            <a:off x="7820025" y="1457325"/>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2026.10.07 저장 배치</a:t>
            </a:r>
          </a:p>
        </p:txBody>
      </p:sp>
      <p:graphicFrame>
        <p:nvGraphicFramePr>
          <p:cNvPr id="4" name="">
            <a:extLst xmlns:a="http://schemas.openxmlformats.org/drawingml/2006/main">
              <a:ext uri="{FF2B5EF4-FFF2-40B4-BE49-F238E27FC236}">
                <a16:creationId xmlns:a16="http://schemas.microsoft.com/office/drawing/2014/main" id="{B1086CE1-9B47-440F-8D38-A930890EAD59}"/>
              </a:ext>
            </a:extLst>
          </p:cNvPr>
          <p:cNvGraphicFramePr/>
          <p:nvPr/>
        </p:nvGraphicFramePr>
        <p:xfrm>
          <a:off xmlns:a="http://schemas.openxmlformats.org/drawingml/2006/main" x="7820025" y="2162175"/>
          <a:ext xmlns:a="http://schemas.openxmlformats.org/drawingml/2006/main" cx="3762375" cy="2447925"/>
        </p:xfrm>
        <a:graphic xmlns:a="http://schemas.openxmlformats.org/drawingml/2006/main">
          <a:graphicData uri="http://schemas.openxmlformats.org/drawingml/2006/table">
            <a:tbl>
              <a:tblPr/>
              <a:tblGrid>
                <a:gridCol w="2381250"/>
                <a:gridCol w="1381125"/>
              </a:tblGrid>
              <a:tr h="611981">
                <a:tc>
                  <a:txBody>
                    <a:bodyPr lIns="114300" tIns="114300" rIns="114300" bIns="114300"/>
                    <a:lstStyle/>
                    <a:p>
                      <a:r>
                        <a:rPr sz="1800"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800" b="1">
                          <a:solidFill>
                            <a:srgbClr val="716095"/>
                          </a:solidFill>
                          <a:latin typeface="Malgun Gothic"/>
                          <a:ea typeface="Malgun Gothic"/>
                          <a:cs typeface="Malgun Gothic"/>
                        </a:rPr>
                        <a:t>결과</a:t>
                      </a:r>
                    </a:p>
                  </a:txBody>
                  <a:tcPr marL="91440" marR="91440" marT="45720" marB="45720" anchor="ctr">
                    <a:solidFill>
                      <a:srgbClr val="EEEBF7"/>
                    </a:solidFill>
                  </a:tcPr>
                </a:tc>
              </a:tr>
              <a:tr h="611981">
                <a:tc>
                  <a:txBody>
                    <a:bodyPr lIns="114300" tIns="114300" rIns="114300" bIns="114300"/>
                    <a:lstStyle/>
                    <a:p>
                      <a:r>
                        <a:rPr sz="1800" b="0">
                          <a:solidFill>
                            <a:srgbClr val="303044"/>
                          </a:solidFill>
                          <a:latin typeface="Malgun Gothic"/>
                          <a:ea typeface="Malgun Gothic"/>
                          <a:cs typeface="Malgun Gothic"/>
                        </a:rPr>
                        <a:t>작품</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20개</a:t>
                      </a:r>
                    </a:p>
                  </a:txBody>
                  <a:tcPr marL="91440" marR="91440" marT="45720" marB="45720" anchor="ctr">
                    <a:solidFill>
                      <a:srgbClr val="FFFFFF"/>
                    </a:solidFill>
                  </a:tcPr>
                </a:tc>
              </a:tr>
              <a:tr h="611981">
                <a:tc>
                  <a:txBody>
                    <a:bodyPr lIns="114300" tIns="114300" rIns="114300" bIns="114300"/>
                    <a:lstStyle/>
                    <a:p>
                      <a:r>
                        <a:rPr sz="1800" b="0">
                          <a:solidFill>
                            <a:srgbClr val="303044"/>
                          </a:solidFill>
                          <a:latin typeface="Malgun Gothic"/>
                          <a:ea typeface="Malgun Gothic"/>
                          <a:cs typeface="Malgun Gothic"/>
                        </a:rPr>
                        <a:t>회차</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r h="611981">
                <a:tc>
                  <a:txBody>
                    <a:bodyPr lIns="114300" tIns="114300" rIns="114300" bIns="114300"/>
                    <a:lstStyle/>
                    <a:p>
                      <a:r>
                        <a:rPr sz="1800" b="0">
                          <a:solidFill>
                            <a:srgbClr val="303044"/>
                          </a:solidFill>
                          <a:latin typeface="Malgun Gothic"/>
                          <a:ea typeface="Malgun Gothic"/>
                          <a:cs typeface="Malgun Gothic"/>
                        </a:rPr>
                        <a:t>회차 시놉시스</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E13A2CC-7E82-4A73-A87E-7A3796F32870}"/>
              </a:ext>
            </a:extLst>
          </p:cNvPr>
          <p:cNvSpPr>
            <a:spLocks xmlns:a="http://schemas.openxmlformats.org/drawingml/2006/main" noGrp="1"/>
          </p:cNvSpPr>
          <p:nvPr/>
        </p:nvSpPr>
        <p:spPr>
          <a:xfrm xmlns:a="http://schemas.openxmlformats.org/drawingml/2006/main">
            <a:off x="7820025" y="5095875"/>
            <a:ext cx="376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포핸즈 포함</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 시놉시스 확보</a:t>
            </a:r>
          </a:p>
        </p:txBody>
      </p:sp>
      <p:sp>
        <p:nvSpPr>
          <p:cNvPr id="6" name="">
            <a:extLst xmlns:a="http://schemas.openxmlformats.org/drawingml/2006/main">
              <a:ext uri="{FF2B5EF4-FFF2-40B4-BE49-F238E27FC236}">
                <a16:creationId xmlns:a16="http://schemas.microsoft.com/office/drawing/2014/main" id="{B342C951-10EE-4AA5-8B46-9F962ED11E1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캡처는 목록 구조 예시 / 집계와 당시 순위는 저장된 수집 보고서 기준</a:t>
            </a:r>
          </a:p>
        </p:txBody>
      </p:sp>
      <p:sp>
        <p:nvSpPr>
          <p:cNvPr id="7" name="">
            <a:extLst xmlns:a="http://schemas.openxmlformats.org/drawingml/2006/main">
              <a:ext uri="{FF2B5EF4-FFF2-40B4-BE49-F238E27FC236}">
                <a16:creationId xmlns:a16="http://schemas.microsoft.com/office/drawing/2014/main" id="{47B06EF3-B3E3-4DDB-B86D-3708E26B5F1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89C277-8624-4A67-AF91-4D7394DFB8AF}"/>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기존 수집 검증과 포핸즈 보완 범위</a:t>
            </a:r>
          </a:p>
        </p:txBody>
      </p:sp>
      <p:sp>
        <p:nvSpPr>
          <p:cNvPr id="2" name="">
            <a:extLst xmlns:a="http://schemas.openxmlformats.org/drawingml/2006/main">
              <a:ext uri="{FF2B5EF4-FFF2-40B4-BE49-F238E27FC236}">
                <a16:creationId xmlns:a16="http://schemas.microsoft.com/office/drawing/2014/main" id="{43B8A208-DE56-4E39-9995-C8B82089072A}"/>
              </a:ext>
            </a:extLst>
          </p:cNvPr>
          <p:cNvSpPr>
            <a:spLocks xmlns:a="http://schemas.openxmlformats.org/drawingml/2006/main" noGrp="1"/>
          </p:cNvSpPr>
          <p:nvPr/>
        </p:nvSpPr>
        <p:spPr>
          <a:xfrm xmlns:a="http://schemas.openxmlformats.org/drawingml/2006/main">
            <a:off x="609600" y="1333500"/>
            <a:ext cx="5562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기존 수집 검증</a:t>
            </a:r>
          </a:p>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냉장고를 부탁해</a:t>
            </a:r>
          </a:p>
        </p:txBody>
      </p:sp>
      <p:graphicFrame>
        <p:nvGraphicFramePr>
          <p:cNvPr id="3" name="">
            <a:extLst xmlns:a="http://schemas.openxmlformats.org/drawingml/2006/main">
              <a:ext uri="{FF2B5EF4-FFF2-40B4-BE49-F238E27FC236}">
                <a16:creationId xmlns:a16="http://schemas.microsoft.com/office/drawing/2014/main" id="{3FD820CE-4679-489D-8769-3F6D826A8454}"/>
              </a:ext>
            </a:extLst>
          </p:cNvPr>
          <p:cNvGraphicFramePr/>
          <p:nvPr/>
        </p:nvGraphicFramePr>
        <p:xfrm>
          <a:off xmlns:a="http://schemas.openxmlformats.org/drawingml/2006/main" x="609600" y="2114550"/>
          <a:ext xmlns:a="http://schemas.openxmlformats.org/drawingml/2006/main" cx="5562600" cy="2828925"/>
        </p:xfrm>
        <a:graphic xmlns:a="http://schemas.openxmlformats.org/drawingml/2006/main">
          <a:graphicData uri="http://schemas.openxmlformats.org/drawingml/2006/table">
            <a:tbl>
              <a:tblPr/>
              <a:tblGrid>
                <a:gridCol w="1857375"/>
                <a:gridCol w="3705225"/>
              </a:tblGrid>
              <a:tr h="565785">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저장된 값</a:t>
                      </a:r>
                    </a:p>
                  </a:txBody>
                  <a:tcPr marL="91440" marR="91440" marT="45720" marB="45720" anchor="ctr">
                    <a:solidFill>
                      <a:srgbClr val="EEEBF7"/>
                    </a:solidFill>
                  </a:tcPr>
                </a:tc>
              </a:tr>
              <a:tr h="565785">
                <a:tc>
                  <a:txBody>
                    <a:bodyPr lIns="114300" tIns="114300" rIns="114300" bIns="114300"/>
                    <a:lstStyle/>
                    <a:p>
                      <a:r>
                        <a:rPr sz="1725" b="0">
                          <a:solidFill>
                            <a:srgbClr val="303044"/>
                          </a:solidFill>
                          <a:latin typeface="Malgun Gothic"/>
                          <a:ea typeface="Malgun Gothic"/>
                          <a:cs typeface="Malgun Gothic"/>
                        </a:rPr>
                        <a:t>방송사 / 제작사</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JTBC / 미스틱스토리</a:t>
                      </a:r>
                    </a:p>
                  </a:txBody>
                  <a:tcPr marL="91440" marR="91440" marT="45720" marB="45720" anchor="ctr">
                    <a:solidFill>
                      <a:srgbClr val="FFFFFF"/>
                    </a:solidFill>
                  </a:tcPr>
                </a:tc>
              </a:tr>
              <a:tr h="565785">
                <a:tc>
                  <a:txBody>
                    <a:bodyPr lIns="114300" tIns="114300" rIns="114300" bIns="114300"/>
                    <a:lstStyle/>
                    <a:p>
                      <a:r>
                        <a:rPr sz="1725" b="0">
                          <a:solidFill>
                            <a:srgbClr val="303044"/>
                          </a:solidFill>
                          <a:latin typeface="Malgun Gothic"/>
                          <a:ea typeface="Malgun Gothic"/>
                          <a:cs typeface="Malgun Gothic"/>
                        </a:rPr>
                        <a:t>진행자</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김성주, 안정환, 정형돈</a:t>
                      </a:r>
                    </a:p>
                  </a:txBody>
                  <a:tcPr marL="91440" marR="91440" marT="45720" marB="45720" anchor="ctr">
                    <a:solidFill>
                      <a:srgbClr val="FFFFFF"/>
                    </a:solidFill>
                  </a:tcPr>
                </a:tc>
              </a:tr>
              <a:tr h="565785">
                <a:tc>
                  <a:txBody>
                    <a:bodyPr lIns="114300" tIns="114300" rIns="114300" bIns="114300"/>
                    <a:lstStyle/>
                    <a:p>
                      <a:r>
                        <a:rPr sz="1725" b="0">
                          <a:solidFill>
                            <a:srgbClr val="303044"/>
                          </a:solidFill>
                          <a:latin typeface="Malgun Gothic"/>
                          <a:ea typeface="Malgun Gothic"/>
                          <a:cs typeface="Malgun Gothic"/>
                        </a:rPr>
                        <a:t>총 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254회 (시즌 1)</a:t>
                      </a:r>
                    </a:p>
                  </a:txBody>
                  <a:tcPr marL="91440" marR="91440" marT="45720" marB="45720" anchor="ctr">
                    <a:solidFill>
                      <a:srgbClr val="FFFFFF"/>
                    </a:solidFill>
                  </a:tcPr>
                </a:tc>
              </a:tr>
              <a:tr h="565785">
                <a:tc>
                  <a:txBody>
                    <a:bodyPr lIns="114300" tIns="114300" rIns="114300" bIns="114300"/>
                    <a:lstStyle/>
                    <a:p>
                      <a:r>
                        <a:rPr sz="1725" b="0">
                          <a:solidFill>
                            <a:srgbClr val="303044"/>
                          </a:solidFill>
                          <a:latin typeface="Malgun Gothic"/>
                          <a:ea typeface="Malgun Gothic"/>
                          <a:cs typeface="Malgun Gothic"/>
                        </a:rPr>
                        <a:t>관련 문서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링크 저장, 하위 문서 미수집</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A81F3D3-EAAC-421E-BA6E-0B6D83012ADA}"/>
              </a:ext>
            </a:extLst>
          </p:cNvPr>
          <p:cNvSpPr>
            <a:spLocks xmlns:a="http://schemas.openxmlformats.org/drawingml/2006/main" noGrp="1"/>
          </p:cNvSpPr>
          <p:nvPr/>
        </p:nvSpPr>
        <p:spPr>
          <a:xfrm xmlns:a="http://schemas.openxmlformats.org/drawingml/2006/main">
            <a:off x="6705600" y="1381125"/>
            <a:ext cx="4876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포핸즈의 위키 문서 보완</a:t>
            </a:r>
          </a:p>
        </p:txBody>
      </p:sp>
      <p:sp>
        <p:nvSpPr>
          <p:cNvPr id="5" name="">
            <a:extLst xmlns:a="http://schemas.openxmlformats.org/drawingml/2006/main">
              <a:ext uri="{FF2B5EF4-FFF2-40B4-BE49-F238E27FC236}">
                <a16:creationId xmlns:a16="http://schemas.microsoft.com/office/drawing/2014/main" id="{4E47A19A-0D55-405C-ADCF-330764A0B1D2}"/>
              </a:ext>
            </a:extLst>
          </p:cNvPr>
          <p:cNvSpPr>
            <a:spLocks xmlns:a="http://schemas.openxmlformats.org/drawingml/2006/main" noGrp="1"/>
          </p:cNvSpPr>
          <p:nvPr/>
        </p:nvSpPr>
        <p:spPr>
          <a:xfrm xmlns:a="http://schemas.openxmlformats.org/drawingml/2006/main">
            <a:off x="6705600" y="2466975"/>
            <a:ext cx="48768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사용자가 본문과 하위 문서 존재 확인</a:t>
            </a:r>
          </a:p>
          <a:p xmlns:a="http://schemas.openxmlformats.org/drawingml/2006/main">
            <a:r>
              <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관련 문서를 사람이 확인하고 선택</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선택한 URL에서 추가 데이터 수집</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문서별 출처를 유지해 비교·분석</a:t>
            </a:r>
          </a:p>
        </p:txBody>
      </p:sp>
      <p:sp>
        <p:nvSpPr>
          <p:cNvPr id="6" name="">
            <a:extLst xmlns:a="http://schemas.openxmlformats.org/drawingml/2006/main">
              <a:ext uri="{FF2B5EF4-FFF2-40B4-BE49-F238E27FC236}">
                <a16:creationId xmlns:a16="http://schemas.microsoft.com/office/drawing/2014/main" id="{CE08DA20-9B11-40D7-BE6B-28E4C933503C}"/>
              </a:ext>
            </a:extLst>
          </p:cNvPr>
          <p:cNvSpPr>
            <a:spLocks xmlns:a="http://schemas.openxmlformats.org/drawingml/2006/main" noGrp="1"/>
          </p:cNvSpPr>
          <p:nvPr/>
        </p:nvSpPr>
        <p:spPr>
          <a:xfrm xmlns:a="http://schemas.openxmlformats.org/drawingml/2006/main">
            <a:off x="6705600" y="5124450"/>
            <a:ext cx="4876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716095"/>
                </a:solidFill>
                <a:latin typeface="Malgun Gothic"/>
                <a:ea typeface="Malgun Gothic"/>
                <a:cs typeface="Malgun Gothic"/>
              </a:defRPr>
            </a:defPPr>
          </a:lstStyle>
          <a:p xmlns:a="http://schemas.openxmlformats.org/drawingml/2006/main">
            <a:pPr>
              <a:defRPr sz="1800" b="1">
                <a:solidFill>
                  <a:srgbClr val="716095"/>
                </a:solidFill>
                <a:latin typeface="Malgun Gothic"/>
                <a:ea typeface="Malgun Gothic"/>
                <a:cs typeface="Malgun Gothic"/>
              </a:defRPr>
            </a:pPr>
            <a:r>
              <a:rPr sz="1800" b="1">
                <a:solidFill>
                  <a:srgbClr val="716095"/>
                </a:solidFill>
                <a:latin typeface="Malgun Gothic"/>
                <a:ea typeface="Malgun Gothic"/>
                <a:cs typeface="Malgun Gothic"/>
              </a:rPr>
              <a:t>포핸즈 본문·하위 문서의 수집은 후속 검증</a:t>
            </a:r>
          </a:p>
        </p:txBody>
      </p:sp>
      <p:sp>
        <p:nvSpPr>
          <p:cNvPr id="7" name="">
            <a:extLst xmlns:a="http://schemas.openxmlformats.org/drawingml/2006/main">
              <a:ext uri="{FF2B5EF4-FFF2-40B4-BE49-F238E27FC236}">
                <a16:creationId xmlns:a16="http://schemas.microsoft.com/office/drawing/2014/main" id="{C3E73CE0-9375-4E03-9280-A15F5FF51EA0}"/>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나무위키 캡처는 제공 폴더에 없음 / 기존 사례 2026.10.08, 포핸즈 보완은 계획</a:t>
            </a:r>
          </a:p>
        </p:txBody>
      </p:sp>
      <p:sp>
        <p:nvSpPr>
          <p:cNvPr id="8" name="">
            <a:extLst xmlns:a="http://schemas.openxmlformats.org/drawingml/2006/main">
              <a:ext uri="{FF2B5EF4-FFF2-40B4-BE49-F238E27FC236}">
                <a16:creationId xmlns:a16="http://schemas.microsoft.com/office/drawing/2014/main" id="{117A5CAD-6075-4085-93DD-A4983EE21A21}"/>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41FF4D-277A-4345-A4B3-118FDFD3FA3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
            <a:extLst xmlns:a="http://schemas.openxmlformats.org/drawingml/2006/main">
              <a:ext uri="{FF2B5EF4-FFF2-40B4-BE49-F238E27FC236}">
                <a16:creationId xmlns:a16="http://schemas.microsoft.com/office/drawing/2014/main" id="{23310FFD-4669-4B95-BCB7-9F67DE657D71}"/>
              </a:ext>
            </a:extLst>
          </p:cNvPr>
          <p:cNvPicPr>
            <a:picLocks xmlns:a="http://schemas.openxmlformats.org/drawingml/2006/main" noChangeAspect="1"/>
          </p:cNvPicPr>
          <p:nvPr/>
        </p:nvPicPr>
        <p:blipFill>
          <a:blip xmlns:r="http://schemas.openxmlformats.org/officeDocument/2006/relationships" xmlns:a="http://schemas.openxmlformats.org/drawingml/2006/main" r:embed="R64f3b7b557964cda"/>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FF9E7DA-E51A-4A03-9934-33ECACCBC2B6}"/>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
            <a:extLst xmlns:a="http://schemas.openxmlformats.org/drawingml/2006/main">
              <a:ext uri="{FF2B5EF4-FFF2-40B4-BE49-F238E27FC236}">
                <a16:creationId xmlns:a16="http://schemas.microsoft.com/office/drawing/2014/main" id="{58A535E7-5954-4A80-A3B1-E3800933A388}"/>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r>
              <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r>
              <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사람이 확인한 문서로 추가 보완</a:t>
            </a:r>
          </a:p>
        </p:txBody>
      </p:sp>
      <p:sp>
        <p:nvSpPr>
          <p:cNvPr id="5" name="">
            <a:extLst xmlns:a="http://schemas.openxmlformats.org/drawingml/2006/main">
              <a:ext uri="{FF2B5EF4-FFF2-40B4-BE49-F238E27FC236}">
                <a16:creationId xmlns:a16="http://schemas.microsoft.com/office/drawing/2014/main" id="{9CF42705-F3A7-4366-9644-6C38D48B7D10}"/>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
            <a:extLst xmlns:a="http://schemas.openxmlformats.org/drawingml/2006/main">
              <a:ext uri="{FF2B5EF4-FFF2-40B4-BE49-F238E27FC236}">
                <a16:creationId xmlns:a16="http://schemas.microsoft.com/office/drawing/2014/main" id="{27ED860B-E92A-44D3-8AB1-454780CE909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
            <a:extLst xmlns:a="http://schemas.openxmlformats.org/drawingml/2006/main">
              <a:ext uri="{FF2B5EF4-FFF2-40B4-BE49-F238E27FC236}">
                <a16:creationId xmlns:a16="http://schemas.microsoft.com/office/drawing/2014/main" id="{CF51061F-C948-440B-A887-785E05F381D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2C736A-D274-420C-BCEC-AA1C7C5780A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
            <a:extLst xmlns:a="http://schemas.openxmlformats.org/drawingml/2006/main">
              <a:ext uri="{FF2B5EF4-FFF2-40B4-BE49-F238E27FC236}">
                <a16:creationId xmlns:a16="http://schemas.microsoft.com/office/drawing/2014/main" id="{16050501-375D-42AC-9495-9D31A5B448DC}"/>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
            <a:extLst xmlns:a="http://schemas.openxmlformats.org/drawingml/2006/main">
              <a:ext uri="{FF2B5EF4-FFF2-40B4-BE49-F238E27FC236}">
                <a16:creationId xmlns:a16="http://schemas.microsoft.com/office/drawing/2014/main" id="{FE730710-E599-4D95-91C4-6208D8C8CC2A}"/>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
            <a:extLst xmlns:a="http://schemas.openxmlformats.org/drawingml/2006/main">
              <a:ext uri="{FF2B5EF4-FFF2-40B4-BE49-F238E27FC236}">
                <a16:creationId xmlns:a16="http://schemas.microsoft.com/office/drawing/2014/main" id="{36E207BC-3068-40B9-8581-87B9E7E05ABE}"/>
              </a:ext>
            </a:extLst>
          </p:cNvPr>
          <p:cNvPicPr>
            <a:picLocks xmlns:a="http://schemas.openxmlformats.org/drawingml/2006/main" noChangeAspect="1"/>
          </p:cNvPicPr>
          <p:nvPr/>
        </p:nvPicPr>
        <p:blipFill>
          <a:blip xmlns:r="http://schemas.openxmlformats.org/officeDocument/2006/relationships" xmlns:a="http://schemas.openxmlformats.org/drawingml/2006/main" r:embed="Rf32af9ee1e434afe"/>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70EBE18C-5F78-4D09-8885-56A49F1EC8A2}"/>
              </a:ext>
            </a:extLst>
          </p:cNvPr>
          <p:cNvPicPr>
            <a:picLocks xmlns:a="http://schemas.openxmlformats.org/drawingml/2006/main" noChangeAspect="1"/>
          </p:cNvPicPr>
          <p:nvPr/>
        </p:nvPicPr>
        <p:blipFill>
          <a:blip xmlns:r="http://schemas.openxmlformats.org/officeDocument/2006/relationships" xmlns:a="http://schemas.openxmlformats.org/drawingml/2006/main" r:embed="Rc12bb4a30d764662"/>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3C16D4E-9D81-4866-B541-596D74EF9EC7}"/>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
            <a:extLst xmlns:a="http://schemas.openxmlformats.org/drawingml/2006/main">
              <a:ext uri="{FF2B5EF4-FFF2-40B4-BE49-F238E27FC236}">
                <a16:creationId xmlns:a16="http://schemas.microsoft.com/office/drawing/2014/main" id="{AF4389E7-7F42-4B94-8B01-0001845668B5}"/>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
            <a:extLst xmlns:a="http://schemas.openxmlformats.org/drawingml/2006/main">
              <a:ext uri="{FF2B5EF4-FFF2-40B4-BE49-F238E27FC236}">
                <a16:creationId xmlns:a16="http://schemas.microsoft.com/office/drawing/2014/main" id="{8B13E126-1B36-4594-816D-AE34FBB52B0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
            <a:extLst xmlns:a="http://schemas.openxmlformats.org/drawingml/2006/main">
              <a:ext uri="{FF2B5EF4-FFF2-40B4-BE49-F238E27FC236}">
                <a16:creationId xmlns:a16="http://schemas.microsoft.com/office/drawing/2014/main" id="{A86686EE-1A8A-47E3-9823-E38491176CE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2026-10-12T00:04:50.2840000Z</dcterms:created>
  <dcterms:modified xsi:type="dcterms:W3CDTF">2026-10-12T00:04:50.2840000Z</dcterms:modified>
</coreProperties>
</file>